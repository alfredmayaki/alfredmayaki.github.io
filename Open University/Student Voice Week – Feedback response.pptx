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5"/>
    <p:sldMasterId id="2147483771" r:id="rId6"/>
    <p:sldMasterId id="2147483863" r:id="rId7"/>
    <p:sldMasterId id="2147483817" r:id="rId8"/>
    <p:sldMasterId id="2147483927" r:id="rId9"/>
  </p:sldMasterIdLst>
  <p:notesMasterIdLst>
    <p:notesMasterId r:id="rId43"/>
  </p:notesMasterIdLst>
  <p:handoutMasterIdLst>
    <p:handoutMasterId r:id="rId44"/>
  </p:handoutMasterIdLst>
  <p:sldIdLst>
    <p:sldId id="412" r:id="rId10"/>
    <p:sldId id="386" r:id="rId11"/>
    <p:sldId id="446" r:id="rId12"/>
    <p:sldId id="413" r:id="rId13"/>
    <p:sldId id="439" r:id="rId14"/>
    <p:sldId id="415" r:id="rId15"/>
    <p:sldId id="416" r:id="rId16"/>
    <p:sldId id="417" r:id="rId17"/>
    <p:sldId id="435" r:id="rId18"/>
    <p:sldId id="419" r:id="rId19"/>
    <p:sldId id="420" r:id="rId20"/>
    <p:sldId id="421" r:id="rId21"/>
    <p:sldId id="423" r:id="rId22"/>
    <p:sldId id="424" r:id="rId23"/>
    <p:sldId id="425" r:id="rId24"/>
    <p:sldId id="426" r:id="rId25"/>
    <p:sldId id="427" r:id="rId26"/>
    <p:sldId id="428" r:id="rId27"/>
    <p:sldId id="429" r:id="rId28"/>
    <p:sldId id="431" r:id="rId29"/>
    <p:sldId id="432" r:id="rId30"/>
    <p:sldId id="433" r:id="rId31"/>
    <p:sldId id="440" r:id="rId32"/>
    <p:sldId id="451" r:id="rId33"/>
    <p:sldId id="443" r:id="rId34"/>
    <p:sldId id="444" r:id="rId35"/>
    <p:sldId id="445" r:id="rId36"/>
    <p:sldId id="447" r:id="rId37"/>
    <p:sldId id="448" r:id="rId38"/>
    <p:sldId id="452" r:id="rId39"/>
    <p:sldId id="449" r:id="rId40"/>
    <p:sldId id="450" r:id="rId41"/>
    <p:sldId id="37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92C21D-9C31-DAEC-E611-E76D7525B8BA}" name="Hannah.King" initials="H" userId="S::hlk63@open.ac.uk::a66496f2-2df4-4361-8801-89f9e25bfccb" providerId="AD"/>
  <p188:author id="{84B69798-1981-E261-EE21-FF9720AEAC2C}" name="Jo.Parker [She/her]" initials="JP" userId="S::jep24@open.ac.uk::59dbd937-a667-42c2-8639-6d045e561f4b" providerId="AD"/>
  <p188:author id="{12A869A6-8125-7DF4-5152-B45F56E62723}" name="Esther.Spring" initials="Es" userId="S::ees72@open.ac.uk::85681535-52b0-4578-b917-55937b7984b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0645"/>
    <a:srgbClr val="FFD7FD"/>
    <a:srgbClr val="FF8A76"/>
    <a:srgbClr val="FFB4FF"/>
    <a:srgbClr val="D6FFF2"/>
    <a:srgbClr val="CAD2FF"/>
    <a:srgbClr val="FEE3E9"/>
    <a:srgbClr val="4F9AE9"/>
    <a:srgbClr val="8AFFD7"/>
    <a:srgbClr val="BA84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09DD2D-C9F0-4F3D-8892-8333EE8603C4}" v="301" dt="2026-01-29T15:25:27.453"/>
    <p1510:client id="{45311F62-1F1E-D58C-A0DB-4648CD0184CD}" v="547" dt="2026-01-29T10:50:25.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microsoft.com/office/2015/10/relationships/revisionInfo" Target="revisionInfo.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Master" Target="slideMasters/slideMaster4.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viewProps" Target="viewProps.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50AFA1-2D98-83E6-6B45-1BA4EFFA09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Poppins" panose="00000500000000000000" pitchFamily="2" charset="0"/>
            </a:endParaRPr>
          </a:p>
        </p:txBody>
      </p:sp>
      <p:sp>
        <p:nvSpPr>
          <p:cNvPr id="3" name="Date Placeholder 2">
            <a:extLst>
              <a:ext uri="{FF2B5EF4-FFF2-40B4-BE49-F238E27FC236}">
                <a16:creationId xmlns:a16="http://schemas.microsoft.com/office/drawing/2014/main" id="{2F292458-5F54-BBF5-A700-E864B64DF8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BE0FF1-B4C8-4A7A-A50B-9837D279A5B3}" type="datetimeFigureOut">
              <a:rPr lang="en-GB" smtClean="0">
                <a:latin typeface="Poppins" panose="00000500000000000000" pitchFamily="2" charset="0"/>
              </a:rPr>
              <a:t>30/01/2026</a:t>
            </a:fld>
            <a:endParaRPr lang="en-GB">
              <a:latin typeface="Poppins" panose="00000500000000000000" pitchFamily="2" charset="0"/>
            </a:endParaRPr>
          </a:p>
        </p:txBody>
      </p:sp>
      <p:sp>
        <p:nvSpPr>
          <p:cNvPr id="4" name="Footer Placeholder 3">
            <a:extLst>
              <a:ext uri="{FF2B5EF4-FFF2-40B4-BE49-F238E27FC236}">
                <a16:creationId xmlns:a16="http://schemas.microsoft.com/office/drawing/2014/main" id="{0D685C0A-89EE-3D17-E818-2781A8FCA1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Poppins" panose="00000500000000000000" pitchFamily="2" charset="0"/>
            </a:endParaRPr>
          </a:p>
        </p:txBody>
      </p:sp>
      <p:sp>
        <p:nvSpPr>
          <p:cNvPr id="5" name="Slide Number Placeholder 4">
            <a:extLst>
              <a:ext uri="{FF2B5EF4-FFF2-40B4-BE49-F238E27FC236}">
                <a16:creationId xmlns:a16="http://schemas.microsoft.com/office/drawing/2014/main" id="{B159F12D-2392-5BCA-470C-1326218C7E5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D0D4E1-3C06-412A-A8F6-CECF698F9984}" type="slidenum">
              <a:rPr lang="en-GB" smtClean="0">
                <a:latin typeface="Poppins" panose="00000500000000000000" pitchFamily="2" charset="0"/>
              </a:rPr>
              <a:t>‹#›</a:t>
            </a:fld>
            <a:endParaRPr lang="en-GB">
              <a:latin typeface="Poppins" panose="00000500000000000000" pitchFamily="2" charset="0"/>
            </a:endParaRPr>
          </a:p>
        </p:txBody>
      </p:sp>
    </p:spTree>
    <p:extLst>
      <p:ext uri="{BB962C8B-B14F-4D97-AF65-F5344CB8AC3E}">
        <p14:creationId xmlns:p14="http://schemas.microsoft.com/office/powerpoint/2010/main" val="355981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oppins" panose="00000500000000000000"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oppins" panose="00000500000000000000" pitchFamily="2" charset="0"/>
              </a:defRPr>
            </a:lvl1pPr>
          </a:lstStyle>
          <a:p>
            <a:fld id="{816C2FE4-2A89-2C48-B077-AF8EE4693F31}" type="datetimeFigureOut">
              <a:rPr lang="en-US" smtClean="0"/>
              <a:pPr/>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oppins" panose="00000500000000000000"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oppins" panose="00000500000000000000" pitchFamily="2" charset="0"/>
              </a:defRPr>
            </a:lvl1pPr>
          </a:lstStyle>
          <a:p>
            <a:fld id="{8CCD80B4-3417-B74B-BDCD-C7836226A258}" type="slidenum">
              <a:rPr lang="en-US" smtClean="0"/>
              <a:pPr/>
              <a:t>‹#›</a:t>
            </a:fld>
            <a:endParaRPr lang="en-US"/>
          </a:p>
        </p:txBody>
      </p:sp>
    </p:spTree>
    <p:extLst>
      <p:ext uri="{BB962C8B-B14F-4D97-AF65-F5344CB8AC3E}">
        <p14:creationId xmlns:p14="http://schemas.microsoft.com/office/powerpoint/2010/main" val="583720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oppins" panose="00000500000000000000" pitchFamily="2" charset="0"/>
        <a:ea typeface="+mn-ea"/>
        <a:cs typeface="+mn-cs"/>
      </a:defRPr>
    </a:lvl1pPr>
    <a:lvl2pPr marL="457200" algn="l" defTabSz="914400" rtl="0" eaLnBrk="1" latinLnBrk="0" hangingPunct="1">
      <a:defRPr sz="1200" kern="1200">
        <a:solidFill>
          <a:schemeClr val="tx1"/>
        </a:solidFill>
        <a:latin typeface="Poppins" panose="00000500000000000000" pitchFamily="2" charset="0"/>
        <a:ea typeface="+mn-ea"/>
        <a:cs typeface="+mn-cs"/>
      </a:defRPr>
    </a:lvl2pPr>
    <a:lvl3pPr marL="914400" algn="l" defTabSz="914400" rtl="0" eaLnBrk="1" latinLnBrk="0" hangingPunct="1">
      <a:defRPr sz="1200" kern="1200">
        <a:solidFill>
          <a:schemeClr val="tx1"/>
        </a:solidFill>
        <a:latin typeface="Poppins" panose="00000500000000000000" pitchFamily="2" charset="0"/>
        <a:ea typeface="+mn-ea"/>
        <a:cs typeface="+mn-cs"/>
      </a:defRPr>
    </a:lvl3pPr>
    <a:lvl4pPr marL="1371600" algn="l" defTabSz="914400" rtl="0" eaLnBrk="1" latinLnBrk="0" hangingPunct="1">
      <a:defRPr sz="1200" kern="1200">
        <a:solidFill>
          <a:schemeClr val="tx1"/>
        </a:solidFill>
        <a:latin typeface="Poppins" panose="00000500000000000000" pitchFamily="2" charset="0"/>
        <a:ea typeface="+mn-ea"/>
        <a:cs typeface="+mn-cs"/>
      </a:defRPr>
    </a:lvl4pPr>
    <a:lvl5pPr marL="1828800" algn="l" defTabSz="914400" rtl="0" eaLnBrk="1" latinLnBrk="0" hangingPunct="1">
      <a:defRPr sz="1200" kern="1200">
        <a:solidFill>
          <a:schemeClr val="tx1"/>
        </a:solidFill>
        <a:latin typeface="Poppins"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Master" Target="../slideMasters/slideMaster4.xml"/><Relationship Id="rId5" Type="http://schemas.openxmlformats.org/officeDocument/2006/relationships/image" Target="../media/image7.png"/><Relationship Id="rId4"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5.png"/><Relationship Id="rId1" Type="http://schemas.openxmlformats.org/officeDocument/2006/relationships/slideMaster" Target="../slideMasters/slideMaster4.xml"/><Relationship Id="rId5" Type="http://schemas.openxmlformats.org/officeDocument/2006/relationships/image" Target="../media/image7.png"/><Relationship Id="rId4" Type="http://schemas.openxmlformats.org/officeDocument/2006/relationships/image" Target="../media/image1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4.xml"/><Relationship Id="rId5" Type="http://schemas.openxmlformats.org/officeDocument/2006/relationships/image" Target="../media/image7.png"/><Relationship Id="rId4"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7.png"/><Relationship Id="rId1" Type="http://schemas.openxmlformats.org/officeDocument/2006/relationships/slideMaster" Target="../slideMasters/slideMaster4.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5998" y="0"/>
            <a:ext cx="6098726" cy="3810000"/>
          </a:xfrm>
          <a:custGeom>
            <a:avLst/>
            <a:gdLst>
              <a:gd name="connsiteX0" fmla="*/ 1626032 w 7810500"/>
              <a:gd name="connsiteY0" fmla="*/ 0 h 3810000"/>
              <a:gd name="connsiteX1" fmla="*/ 6184468 w 7810500"/>
              <a:gd name="connsiteY1" fmla="*/ 0 h 3810000"/>
              <a:gd name="connsiteX2" fmla="*/ 7810500 w 7810500"/>
              <a:gd name="connsiteY2" fmla="*/ 1626032 h 3810000"/>
              <a:gd name="connsiteX3" fmla="*/ 7810500 w 7810500"/>
              <a:gd name="connsiteY3" fmla="*/ 3625329 h 3810000"/>
              <a:gd name="connsiteX4" fmla="*/ 7625829 w 7810500"/>
              <a:gd name="connsiteY4" fmla="*/ 3810000 h 3810000"/>
              <a:gd name="connsiteX5" fmla="*/ 184671 w 7810500"/>
              <a:gd name="connsiteY5" fmla="*/ 3810000 h 3810000"/>
              <a:gd name="connsiteX6" fmla="*/ 0 w 7810500"/>
              <a:gd name="connsiteY6" fmla="*/ 3625329 h 3810000"/>
              <a:gd name="connsiteX7" fmla="*/ 0 w 7810500"/>
              <a:gd name="connsiteY7" fmla="*/ 1626032 h 3810000"/>
              <a:gd name="connsiteX8" fmla="*/ 1626032 w 7810500"/>
              <a:gd name="connsiteY8" fmla="*/ 0 h 3810000"/>
              <a:gd name="connsiteX0" fmla="*/ 1626032 w 7810500"/>
              <a:gd name="connsiteY0" fmla="*/ 0 h 3810000"/>
              <a:gd name="connsiteX1" fmla="*/ 6184468 w 7810500"/>
              <a:gd name="connsiteY1" fmla="*/ 0 h 3810000"/>
              <a:gd name="connsiteX2" fmla="*/ 7810500 w 7810500"/>
              <a:gd name="connsiteY2" fmla="*/ 3625329 h 3810000"/>
              <a:gd name="connsiteX3" fmla="*/ 7625829 w 7810500"/>
              <a:gd name="connsiteY3" fmla="*/ 3810000 h 3810000"/>
              <a:gd name="connsiteX4" fmla="*/ 184671 w 7810500"/>
              <a:gd name="connsiteY4" fmla="*/ 3810000 h 3810000"/>
              <a:gd name="connsiteX5" fmla="*/ 0 w 7810500"/>
              <a:gd name="connsiteY5" fmla="*/ 3625329 h 3810000"/>
              <a:gd name="connsiteX6" fmla="*/ 0 w 7810500"/>
              <a:gd name="connsiteY6" fmla="*/ 1626032 h 3810000"/>
              <a:gd name="connsiteX7" fmla="*/ 1626032 w 7810500"/>
              <a:gd name="connsiteY7" fmla="*/ 0 h 3810000"/>
              <a:gd name="connsiteX0" fmla="*/ 1626032 w 7963808"/>
              <a:gd name="connsiteY0" fmla="*/ 0 h 3810000"/>
              <a:gd name="connsiteX1" fmla="*/ 6184468 w 7963808"/>
              <a:gd name="connsiteY1" fmla="*/ 0 h 3810000"/>
              <a:gd name="connsiteX2" fmla="*/ 7625829 w 7963808"/>
              <a:gd name="connsiteY2" fmla="*/ 3810000 h 3810000"/>
              <a:gd name="connsiteX3" fmla="*/ 184671 w 7963808"/>
              <a:gd name="connsiteY3" fmla="*/ 3810000 h 3810000"/>
              <a:gd name="connsiteX4" fmla="*/ 0 w 7963808"/>
              <a:gd name="connsiteY4" fmla="*/ 3625329 h 3810000"/>
              <a:gd name="connsiteX5" fmla="*/ 0 w 7963808"/>
              <a:gd name="connsiteY5" fmla="*/ 1626032 h 3810000"/>
              <a:gd name="connsiteX6" fmla="*/ 1626032 w 7963808"/>
              <a:gd name="connsiteY6" fmla="*/ 0 h 3810000"/>
              <a:gd name="connsiteX0" fmla="*/ 1626032 w 6876799"/>
              <a:gd name="connsiteY0" fmla="*/ 0 h 3810000"/>
              <a:gd name="connsiteX1" fmla="*/ 6184468 w 6876799"/>
              <a:gd name="connsiteY1" fmla="*/ 0 h 3810000"/>
              <a:gd name="connsiteX2" fmla="*/ 6063729 w 6876799"/>
              <a:gd name="connsiteY2" fmla="*/ 3797300 h 3810000"/>
              <a:gd name="connsiteX3" fmla="*/ 184671 w 6876799"/>
              <a:gd name="connsiteY3" fmla="*/ 3810000 h 3810000"/>
              <a:gd name="connsiteX4" fmla="*/ 0 w 6876799"/>
              <a:gd name="connsiteY4" fmla="*/ 3625329 h 3810000"/>
              <a:gd name="connsiteX5" fmla="*/ 0 w 6876799"/>
              <a:gd name="connsiteY5" fmla="*/ 1626032 h 3810000"/>
              <a:gd name="connsiteX6" fmla="*/ 1626032 w 6876799"/>
              <a:gd name="connsiteY6" fmla="*/ 0 h 3810000"/>
              <a:gd name="connsiteX0" fmla="*/ 1626032 w 6601473"/>
              <a:gd name="connsiteY0" fmla="*/ 0 h 3810000"/>
              <a:gd name="connsiteX1" fmla="*/ 6184468 w 6601473"/>
              <a:gd name="connsiteY1" fmla="*/ 0 h 3810000"/>
              <a:gd name="connsiteX2" fmla="*/ 6063729 w 6601473"/>
              <a:gd name="connsiteY2" fmla="*/ 3797300 h 3810000"/>
              <a:gd name="connsiteX3" fmla="*/ 184671 w 6601473"/>
              <a:gd name="connsiteY3" fmla="*/ 3810000 h 3810000"/>
              <a:gd name="connsiteX4" fmla="*/ 0 w 6601473"/>
              <a:gd name="connsiteY4" fmla="*/ 3625329 h 3810000"/>
              <a:gd name="connsiteX5" fmla="*/ 0 w 6601473"/>
              <a:gd name="connsiteY5" fmla="*/ 1626032 h 3810000"/>
              <a:gd name="connsiteX6" fmla="*/ 1626032 w 6601473"/>
              <a:gd name="connsiteY6" fmla="*/ 0 h 3810000"/>
              <a:gd name="connsiteX0" fmla="*/ 1626032 w 6605873"/>
              <a:gd name="connsiteY0" fmla="*/ 0 h 3810000"/>
              <a:gd name="connsiteX1" fmla="*/ 6184468 w 6605873"/>
              <a:gd name="connsiteY1" fmla="*/ 0 h 3810000"/>
              <a:gd name="connsiteX2" fmla="*/ 6082779 w 6605873"/>
              <a:gd name="connsiteY2" fmla="*/ 3802063 h 3810000"/>
              <a:gd name="connsiteX3" fmla="*/ 184671 w 6605873"/>
              <a:gd name="connsiteY3" fmla="*/ 3810000 h 3810000"/>
              <a:gd name="connsiteX4" fmla="*/ 0 w 6605873"/>
              <a:gd name="connsiteY4" fmla="*/ 3625329 h 3810000"/>
              <a:gd name="connsiteX5" fmla="*/ 0 w 6605873"/>
              <a:gd name="connsiteY5" fmla="*/ 1626032 h 3810000"/>
              <a:gd name="connsiteX6" fmla="*/ 1626032 w 6605873"/>
              <a:gd name="connsiteY6" fmla="*/ 0 h 3810000"/>
              <a:gd name="connsiteX0" fmla="*/ 1626032 w 6524678"/>
              <a:gd name="connsiteY0" fmla="*/ 6350 h 3816350"/>
              <a:gd name="connsiteX1" fmla="*/ 6076518 w 6524678"/>
              <a:gd name="connsiteY1" fmla="*/ 0 h 3816350"/>
              <a:gd name="connsiteX2" fmla="*/ 6082779 w 6524678"/>
              <a:gd name="connsiteY2" fmla="*/ 3808413 h 3816350"/>
              <a:gd name="connsiteX3" fmla="*/ 184671 w 6524678"/>
              <a:gd name="connsiteY3" fmla="*/ 3816350 h 3816350"/>
              <a:gd name="connsiteX4" fmla="*/ 0 w 6524678"/>
              <a:gd name="connsiteY4" fmla="*/ 3631679 h 3816350"/>
              <a:gd name="connsiteX5" fmla="*/ 0 w 6524678"/>
              <a:gd name="connsiteY5" fmla="*/ 1632382 h 3816350"/>
              <a:gd name="connsiteX6" fmla="*/ 1626032 w 6524678"/>
              <a:gd name="connsiteY6" fmla="*/ 6350 h 3816350"/>
              <a:gd name="connsiteX0" fmla="*/ 1626032 w 6087407"/>
              <a:gd name="connsiteY0" fmla="*/ 6350 h 3816350"/>
              <a:gd name="connsiteX1" fmla="*/ 6076518 w 6087407"/>
              <a:gd name="connsiteY1" fmla="*/ 0 h 3816350"/>
              <a:gd name="connsiteX2" fmla="*/ 6082779 w 6087407"/>
              <a:gd name="connsiteY2" fmla="*/ 3808413 h 3816350"/>
              <a:gd name="connsiteX3" fmla="*/ 184671 w 6087407"/>
              <a:gd name="connsiteY3" fmla="*/ 3816350 h 3816350"/>
              <a:gd name="connsiteX4" fmla="*/ 0 w 6087407"/>
              <a:gd name="connsiteY4" fmla="*/ 3631679 h 3816350"/>
              <a:gd name="connsiteX5" fmla="*/ 0 w 6087407"/>
              <a:gd name="connsiteY5" fmla="*/ 1632382 h 3816350"/>
              <a:gd name="connsiteX6" fmla="*/ 1626032 w 6087407"/>
              <a:gd name="connsiteY6" fmla="*/ 6350 h 3816350"/>
              <a:gd name="connsiteX0" fmla="*/ 1626032 w 6100891"/>
              <a:gd name="connsiteY0" fmla="*/ 0 h 3810000"/>
              <a:gd name="connsiteX1" fmla="*/ 6097949 w 6100891"/>
              <a:gd name="connsiteY1" fmla="*/ 794 h 3810000"/>
              <a:gd name="connsiteX2" fmla="*/ 6082779 w 6100891"/>
              <a:gd name="connsiteY2" fmla="*/ 3802063 h 3810000"/>
              <a:gd name="connsiteX3" fmla="*/ 184671 w 6100891"/>
              <a:gd name="connsiteY3" fmla="*/ 3810000 h 3810000"/>
              <a:gd name="connsiteX4" fmla="*/ 0 w 6100891"/>
              <a:gd name="connsiteY4" fmla="*/ 3625329 h 3810000"/>
              <a:gd name="connsiteX5" fmla="*/ 0 w 6100891"/>
              <a:gd name="connsiteY5" fmla="*/ 1626032 h 3810000"/>
              <a:gd name="connsiteX6" fmla="*/ 1626032 w 6100891"/>
              <a:gd name="connsiteY6" fmla="*/ 0 h 3810000"/>
              <a:gd name="connsiteX0" fmla="*/ 1626032 w 6098322"/>
              <a:gd name="connsiteY0" fmla="*/ 0 h 3810000"/>
              <a:gd name="connsiteX1" fmla="*/ 6097949 w 6098322"/>
              <a:gd name="connsiteY1" fmla="*/ 794 h 3810000"/>
              <a:gd name="connsiteX2" fmla="*/ 6082779 w 6098322"/>
              <a:gd name="connsiteY2" fmla="*/ 3802063 h 3810000"/>
              <a:gd name="connsiteX3" fmla="*/ 184671 w 6098322"/>
              <a:gd name="connsiteY3" fmla="*/ 3810000 h 3810000"/>
              <a:gd name="connsiteX4" fmla="*/ 0 w 6098322"/>
              <a:gd name="connsiteY4" fmla="*/ 3625329 h 3810000"/>
              <a:gd name="connsiteX5" fmla="*/ 0 w 6098322"/>
              <a:gd name="connsiteY5" fmla="*/ 1626032 h 3810000"/>
              <a:gd name="connsiteX6" fmla="*/ 1626032 w 6098322"/>
              <a:gd name="connsiteY6" fmla="*/ 0 h 3810000"/>
              <a:gd name="connsiteX0" fmla="*/ 1626032 w 6102062"/>
              <a:gd name="connsiteY0" fmla="*/ 0 h 3810000"/>
              <a:gd name="connsiteX1" fmla="*/ 6097949 w 6102062"/>
              <a:gd name="connsiteY1" fmla="*/ 794 h 3810000"/>
              <a:gd name="connsiteX2" fmla="*/ 6097066 w 6102062"/>
              <a:gd name="connsiteY2" fmla="*/ 3806825 h 3810000"/>
              <a:gd name="connsiteX3" fmla="*/ 184671 w 6102062"/>
              <a:gd name="connsiteY3" fmla="*/ 3810000 h 3810000"/>
              <a:gd name="connsiteX4" fmla="*/ 0 w 6102062"/>
              <a:gd name="connsiteY4" fmla="*/ 3625329 h 3810000"/>
              <a:gd name="connsiteX5" fmla="*/ 0 w 6102062"/>
              <a:gd name="connsiteY5" fmla="*/ 1626032 h 3810000"/>
              <a:gd name="connsiteX6" fmla="*/ 1626032 w 6102062"/>
              <a:gd name="connsiteY6" fmla="*/ 0 h 3810000"/>
              <a:gd name="connsiteX0" fmla="*/ 1626032 w 6098726"/>
              <a:gd name="connsiteY0" fmla="*/ 0 h 3810000"/>
              <a:gd name="connsiteX1" fmla="*/ 6097949 w 6098726"/>
              <a:gd name="connsiteY1" fmla="*/ 794 h 3810000"/>
              <a:gd name="connsiteX2" fmla="*/ 6097066 w 6098726"/>
              <a:gd name="connsiteY2" fmla="*/ 3806825 h 3810000"/>
              <a:gd name="connsiteX3" fmla="*/ 184671 w 6098726"/>
              <a:gd name="connsiteY3" fmla="*/ 3810000 h 3810000"/>
              <a:gd name="connsiteX4" fmla="*/ 0 w 6098726"/>
              <a:gd name="connsiteY4" fmla="*/ 3625329 h 3810000"/>
              <a:gd name="connsiteX5" fmla="*/ 0 w 6098726"/>
              <a:gd name="connsiteY5" fmla="*/ 1626032 h 3810000"/>
              <a:gd name="connsiteX6" fmla="*/ 1626032 w 6098726"/>
              <a:gd name="connsiteY6" fmla="*/ 0 h 38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726" h="3810000">
                <a:moveTo>
                  <a:pt x="1626032" y="0"/>
                </a:moveTo>
                <a:lnTo>
                  <a:pt x="6097949" y="794"/>
                </a:lnTo>
                <a:cubicBezTo>
                  <a:pt x="6100171" y="1699419"/>
                  <a:pt x="6096907" y="2640806"/>
                  <a:pt x="6097066" y="3806825"/>
                </a:cubicBezTo>
                <a:lnTo>
                  <a:pt x="184671" y="3810000"/>
                </a:lnTo>
                <a:cubicBezTo>
                  <a:pt x="82680" y="3810000"/>
                  <a:pt x="0" y="3727320"/>
                  <a:pt x="0" y="3625329"/>
                </a:cubicBezTo>
                <a:lnTo>
                  <a:pt x="0" y="1626032"/>
                </a:lnTo>
                <a:cubicBezTo>
                  <a:pt x="0" y="727999"/>
                  <a:pt x="727999" y="0"/>
                  <a:pt x="1626032" y="0"/>
                </a:cubicBezTo>
                <a:close/>
              </a:path>
            </a:pathLst>
          </a:custGeom>
        </p:spPr>
        <p:txBody>
          <a:bodyPr>
            <a:normAutofit/>
          </a:bodyPr>
          <a:lstStyle>
            <a:lvl1pPr marL="0" indent="0" algn="r">
              <a:buNone/>
              <a:defRPr sz="1800">
                <a:solidFill>
                  <a:schemeClr val="bg1"/>
                </a:solidFill>
                <a:latin typeface="Poppins" panose="00000500000000000000" pitchFamily="2" charset="0"/>
                <a:cs typeface="Poppins" panose="00000500000000000000" pitchFamily="2" charset="0"/>
              </a:defRPr>
            </a:lvl1pPr>
          </a:lstStyle>
          <a:p>
            <a:r>
              <a:rPr lang="en-US"/>
              <a:t>Click icon to add picture</a:t>
            </a:r>
          </a:p>
        </p:txBody>
      </p:sp>
      <p:pic>
        <p:nvPicPr>
          <p:cNvPr id="10" name="Picture 9">
            <a:extLst>
              <a:ext uri="{FF2B5EF4-FFF2-40B4-BE49-F238E27FC236}">
                <a16:creationId xmlns:a16="http://schemas.microsoft.com/office/drawing/2014/main" id="{0828ED38-053B-074D-A6A5-1C9374EA7F4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3810000"/>
            <a:ext cx="6096000" cy="3048000"/>
          </a:xfrm>
          <a:prstGeom prst="rect">
            <a:avLst/>
          </a:prstGeom>
        </p:spPr>
      </p:pic>
      <p:sp>
        <p:nvSpPr>
          <p:cNvPr id="12" name="Text Placeholder 11">
            <a:extLst>
              <a:ext uri="{FF2B5EF4-FFF2-40B4-BE49-F238E27FC236}">
                <a16:creationId xmlns:a16="http://schemas.microsoft.com/office/drawing/2014/main" id="{25F86F0A-6A1A-3248-8370-3930F881013A}"/>
              </a:ext>
            </a:extLst>
          </p:cNvPr>
          <p:cNvSpPr>
            <a:spLocks noGrp="1"/>
          </p:cNvSpPr>
          <p:nvPr>
            <p:ph type="body" sz="quarter" idx="11" hasCustomPrompt="1"/>
          </p:nvPr>
        </p:nvSpPr>
        <p:spPr>
          <a:xfrm>
            <a:off x="408207" y="559121"/>
            <a:ext cx="5557585" cy="1800200"/>
          </a:xfr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Front cover title goes here</a:t>
            </a:r>
          </a:p>
        </p:txBody>
      </p:sp>
      <p:sp>
        <p:nvSpPr>
          <p:cNvPr id="7" name="Text Placeholder 11">
            <a:extLst>
              <a:ext uri="{FF2B5EF4-FFF2-40B4-BE49-F238E27FC236}">
                <a16:creationId xmlns:a16="http://schemas.microsoft.com/office/drawing/2014/main" id="{01B5291B-A0B5-0A34-5C7E-79E2E3F68ACC}"/>
              </a:ext>
            </a:extLst>
          </p:cNvPr>
          <p:cNvSpPr>
            <a:spLocks noGrp="1"/>
          </p:cNvSpPr>
          <p:nvPr>
            <p:ph type="body" sz="quarter" idx="12" hasCustomPrompt="1"/>
          </p:nvPr>
        </p:nvSpPr>
        <p:spPr>
          <a:xfrm>
            <a:off x="408208" y="2431330"/>
            <a:ext cx="5557584" cy="1305402"/>
          </a:xfrm>
        </p:spPr>
        <p:txBody>
          <a:bodyPr>
            <a:noAutofit/>
          </a:bodyPr>
          <a:lstStyle>
            <a:lvl1pPr marL="0" indent="0">
              <a:lnSpc>
                <a:spcPct val="110000"/>
              </a:lnSpc>
              <a:spcBef>
                <a:spcPts val="0"/>
              </a:spcBef>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a:t>
            </a:r>
          </a:p>
        </p:txBody>
      </p:sp>
      <p:sp>
        <p:nvSpPr>
          <p:cNvPr id="2" name="Text Placeholder 11">
            <a:extLst>
              <a:ext uri="{FF2B5EF4-FFF2-40B4-BE49-F238E27FC236}">
                <a16:creationId xmlns:a16="http://schemas.microsoft.com/office/drawing/2014/main" id="{8D5457D4-902F-B0A0-0CA3-AB0C3D54F72F}"/>
              </a:ext>
            </a:extLst>
          </p:cNvPr>
          <p:cNvSpPr>
            <a:spLocks noGrp="1"/>
          </p:cNvSpPr>
          <p:nvPr>
            <p:ph type="body" sz="quarter" idx="13" hasCustomPrompt="1"/>
          </p:nvPr>
        </p:nvSpPr>
        <p:spPr>
          <a:xfrm>
            <a:off x="408208" y="3846892"/>
            <a:ext cx="5557584" cy="347039"/>
          </a:xfrm>
        </p:spPr>
        <p:txBody>
          <a:bodyPr>
            <a:noAutofit/>
          </a:bodyPr>
          <a:lstStyle>
            <a:lvl1pPr marL="0" indent="0">
              <a:lnSpc>
                <a:spcPct val="110000"/>
              </a:lnSpc>
              <a:spcBef>
                <a:spcPts val="0"/>
              </a:spcBef>
              <a:buNone/>
              <a:defRPr sz="16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Presenter name</a:t>
            </a:r>
          </a:p>
        </p:txBody>
      </p:sp>
      <p:sp>
        <p:nvSpPr>
          <p:cNvPr id="3" name="Text Placeholder 11">
            <a:extLst>
              <a:ext uri="{FF2B5EF4-FFF2-40B4-BE49-F238E27FC236}">
                <a16:creationId xmlns:a16="http://schemas.microsoft.com/office/drawing/2014/main" id="{14F31047-4864-D68A-2944-4FD900DC0466}"/>
              </a:ext>
            </a:extLst>
          </p:cNvPr>
          <p:cNvSpPr>
            <a:spLocks noGrp="1"/>
          </p:cNvSpPr>
          <p:nvPr>
            <p:ph type="body" sz="quarter" idx="14" hasCustomPrompt="1"/>
          </p:nvPr>
        </p:nvSpPr>
        <p:spPr>
          <a:xfrm>
            <a:off x="408208" y="4198584"/>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Department name</a:t>
            </a:r>
          </a:p>
        </p:txBody>
      </p:sp>
      <p:sp>
        <p:nvSpPr>
          <p:cNvPr id="4" name="Text Placeholder 11">
            <a:extLst>
              <a:ext uri="{FF2B5EF4-FFF2-40B4-BE49-F238E27FC236}">
                <a16:creationId xmlns:a16="http://schemas.microsoft.com/office/drawing/2014/main" id="{04D3CA51-9B82-D8B8-96F1-42FE5F9B17AD}"/>
              </a:ext>
            </a:extLst>
          </p:cNvPr>
          <p:cNvSpPr>
            <a:spLocks noGrp="1"/>
          </p:cNvSpPr>
          <p:nvPr>
            <p:ph type="body" sz="quarter" idx="15" hasCustomPrompt="1"/>
          </p:nvPr>
        </p:nvSpPr>
        <p:spPr>
          <a:xfrm>
            <a:off x="408208" y="4545623"/>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Date</a:t>
            </a:r>
          </a:p>
        </p:txBody>
      </p:sp>
      <p:pic>
        <p:nvPicPr>
          <p:cNvPr id="14" name="Picture 13" descr="The Open University Logo">
            <a:extLst>
              <a:ext uri="{FF2B5EF4-FFF2-40B4-BE49-F238E27FC236}">
                <a16:creationId xmlns:a16="http://schemas.microsoft.com/office/drawing/2014/main" id="{41C1F544-4F91-82A6-00C9-2CD07BD90F6A}"/>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9675" y="5829301"/>
            <a:ext cx="1709992" cy="584196"/>
          </a:xfrm>
          <a:prstGeom prst="rect">
            <a:avLst/>
          </a:prstGeom>
        </p:spPr>
      </p:pic>
    </p:spTree>
    <p:extLst>
      <p:ext uri="{BB962C8B-B14F-4D97-AF65-F5344CB8AC3E}">
        <p14:creationId xmlns:p14="http://schemas.microsoft.com/office/powerpoint/2010/main" val="198485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5999" y="0"/>
            <a:ext cx="6096001" cy="5334000"/>
          </a:xfrm>
          <a:prstGeom prst="round2SameRect">
            <a:avLst>
              <a:gd name="adj1" fmla="val 42678"/>
              <a:gd name="adj2" fmla="val 4847"/>
            </a:avLst>
          </a:prstGeom>
        </p:spPr>
        <p:txBody>
          <a:bodyPr/>
          <a:lstStyle>
            <a:lvl1pPr marL="0" indent="0" algn="ctr">
              <a:buNone/>
              <a:defRPr>
                <a:solidFill>
                  <a:schemeClr val="bg1"/>
                </a:solidFill>
                <a:latin typeface="Poppins" panose="00000500000000000000" pitchFamily="2" charset="0"/>
                <a:cs typeface="Poppins" panose="00000500000000000000" pitchFamily="2" charset="0"/>
              </a:defRPr>
            </a:lvl1pPr>
          </a:lstStyle>
          <a:p>
            <a:r>
              <a:rPr lang="en-US"/>
              <a:t>Click icon to add picture</a:t>
            </a:r>
          </a:p>
        </p:txBody>
      </p:sp>
      <p:pic>
        <p:nvPicPr>
          <p:cNvPr id="4" name="Picture 3">
            <a:extLst>
              <a:ext uri="{FF2B5EF4-FFF2-40B4-BE49-F238E27FC236}">
                <a16:creationId xmlns:a16="http://schemas.microsoft.com/office/drawing/2014/main" id="{6ED31C04-0A53-3A47-8287-081AE26B8A3D}"/>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5334000"/>
            <a:ext cx="6096000" cy="1524000"/>
          </a:xfrm>
          <a:prstGeom prst="rect">
            <a:avLst/>
          </a:prstGeom>
        </p:spPr>
      </p:pic>
      <p:sp>
        <p:nvSpPr>
          <p:cNvPr id="9" name="Text Placeholder 11">
            <a:extLst>
              <a:ext uri="{FF2B5EF4-FFF2-40B4-BE49-F238E27FC236}">
                <a16:creationId xmlns:a16="http://schemas.microsoft.com/office/drawing/2014/main" id="{E28EB488-1C80-0E67-1A53-022688EC4609}"/>
              </a:ext>
            </a:extLst>
          </p:cNvPr>
          <p:cNvSpPr>
            <a:spLocks noGrp="1"/>
          </p:cNvSpPr>
          <p:nvPr>
            <p:ph type="body" sz="quarter" idx="11" hasCustomPrompt="1"/>
          </p:nvPr>
        </p:nvSpPr>
        <p:spPr>
          <a:xfrm>
            <a:off x="408207" y="559121"/>
            <a:ext cx="5557585" cy="1800200"/>
          </a:xfr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Front cover title goes here</a:t>
            </a:r>
          </a:p>
        </p:txBody>
      </p:sp>
      <p:sp>
        <p:nvSpPr>
          <p:cNvPr id="2" name="Text Placeholder 11">
            <a:extLst>
              <a:ext uri="{FF2B5EF4-FFF2-40B4-BE49-F238E27FC236}">
                <a16:creationId xmlns:a16="http://schemas.microsoft.com/office/drawing/2014/main" id="{9E9177B3-5DDF-C49A-F04A-F97D821D76FD}"/>
              </a:ext>
            </a:extLst>
          </p:cNvPr>
          <p:cNvSpPr>
            <a:spLocks noGrp="1"/>
          </p:cNvSpPr>
          <p:nvPr>
            <p:ph type="body" sz="quarter" idx="12" hasCustomPrompt="1"/>
          </p:nvPr>
        </p:nvSpPr>
        <p:spPr>
          <a:xfrm>
            <a:off x="408208" y="2431330"/>
            <a:ext cx="5557584" cy="1305402"/>
          </a:xfrm>
        </p:spPr>
        <p:txBody>
          <a:bodyPr>
            <a:noAutofit/>
          </a:bodyPr>
          <a:lstStyle>
            <a:lvl1pPr marL="0" indent="0">
              <a:lnSpc>
                <a:spcPct val="110000"/>
              </a:lnSpc>
              <a:spcBef>
                <a:spcPts val="0"/>
              </a:spcBef>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a:t>
            </a:r>
          </a:p>
        </p:txBody>
      </p:sp>
      <p:sp>
        <p:nvSpPr>
          <p:cNvPr id="3" name="Text Placeholder 11">
            <a:extLst>
              <a:ext uri="{FF2B5EF4-FFF2-40B4-BE49-F238E27FC236}">
                <a16:creationId xmlns:a16="http://schemas.microsoft.com/office/drawing/2014/main" id="{D3418B85-C84C-B824-D28F-BA79F5E04CAD}"/>
              </a:ext>
            </a:extLst>
          </p:cNvPr>
          <p:cNvSpPr>
            <a:spLocks noGrp="1"/>
          </p:cNvSpPr>
          <p:nvPr>
            <p:ph type="body" sz="quarter" idx="13" hasCustomPrompt="1"/>
          </p:nvPr>
        </p:nvSpPr>
        <p:spPr>
          <a:xfrm>
            <a:off x="408208" y="3846892"/>
            <a:ext cx="5557584" cy="347039"/>
          </a:xfrm>
        </p:spPr>
        <p:txBody>
          <a:bodyPr>
            <a:noAutofit/>
          </a:bodyPr>
          <a:lstStyle>
            <a:lvl1pPr marL="0" indent="0">
              <a:lnSpc>
                <a:spcPct val="110000"/>
              </a:lnSpc>
              <a:spcBef>
                <a:spcPts val="0"/>
              </a:spcBef>
              <a:buNone/>
              <a:defRPr sz="16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Presenter name</a:t>
            </a:r>
          </a:p>
        </p:txBody>
      </p:sp>
      <p:sp>
        <p:nvSpPr>
          <p:cNvPr id="5" name="Text Placeholder 11">
            <a:extLst>
              <a:ext uri="{FF2B5EF4-FFF2-40B4-BE49-F238E27FC236}">
                <a16:creationId xmlns:a16="http://schemas.microsoft.com/office/drawing/2014/main" id="{AE5F6774-8098-996B-DB40-EA611D348D2A}"/>
              </a:ext>
            </a:extLst>
          </p:cNvPr>
          <p:cNvSpPr>
            <a:spLocks noGrp="1"/>
          </p:cNvSpPr>
          <p:nvPr>
            <p:ph type="body" sz="quarter" idx="14" hasCustomPrompt="1"/>
          </p:nvPr>
        </p:nvSpPr>
        <p:spPr>
          <a:xfrm>
            <a:off x="408208" y="4198584"/>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Department name</a:t>
            </a:r>
          </a:p>
        </p:txBody>
      </p:sp>
      <p:sp>
        <p:nvSpPr>
          <p:cNvPr id="6" name="Text Placeholder 11">
            <a:extLst>
              <a:ext uri="{FF2B5EF4-FFF2-40B4-BE49-F238E27FC236}">
                <a16:creationId xmlns:a16="http://schemas.microsoft.com/office/drawing/2014/main" id="{02518C58-E2DB-02D3-8708-B87996A9E5BC}"/>
              </a:ext>
            </a:extLst>
          </p:cNvPr>
          <p:cNvSpPr>
            <a:spLocks noGrp="1"/>
          </p:cNvSpPr>
          <p:nvPr>
            <p:ph type="body" sz="quarter" idx="15" hasCustomPrompt="1"/>
          </p:nvPr>
        </p:nvSpPr>
        <p:spPr>
          <a:xfrm>
            <a:off x="408208" y="4545623"/>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Date</a:t>
            </a:r>
          </a:p>
        </p:txBody>
      </p:sp>
      <p:pic>
        <p:nvPicPr>
          <p:cNvPr id="15" name="Picture 14" descr="The Open University Logo">
            <a:extLst>
              <a:ext uri="{FF2B5EF4-FFF2-40B4-BE49-F238E27FC236}">
                <a16:creationId xmlns:a16="http://schemas.microsoft.com/office/drawing/2014/main" id="{95ADE654-C78D-7069-71BF-CB8E04298DE3}"/>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9675" y="5829301"/>
            <a:ext cx="1709992" cy="584196"/>
          </a:xfrm>
          <a:prstGeom prst="rect">
            <a:avLst/>
          </a:prstGeom>
        </p:spPr>
      </p:pic>
    </p:spTree>
    <p:extLst>
      <p:ext uri="{BB962C8B-B14F-4D97-AF65-F5344CB8AC3E}">
        <p14:creationId xmlns:p14="http://schemas.microsoft.com/office/powerpoint/2010/main" val="21765947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ont Cover 3">
    <p:spTree>
      <p:nvGrpSpPr>
        <p:cNvPr id="1" name=""/>
        <p:cNvGrpSpPr/>
        <p:nvPr/>
      </p:nvGrpSpPr>
      <p:grpSpPr>
        <a:xfrm>
          <a:off x="0" y="0"/>
          <a:ext cx="0" cy="0"/>
          <a:chOff x="0" y="0"/>
          <a:chExt cx="0" cy="0"/>
        </a:xfrm>
      </p:grpSpPr>
      <p:sp>
        <p:nvSpPr>
          <p:cNvPr id="9" name="Text Placeholder 11">
            <a:extLst>
              <a:ext uri="{FF2B5EF4-FFF2-40B4-BE49-F238E27FC236}">
                <a16:creationId xmlns:a16="http://schemas.microsoft.com/office/drawing/2014/main" id="{E28EB488-1C80-0E67-1A53-022688EC4609}"/>
              </a:ext>
            </a:extLst>
          </p:cNvPr>
          <p:cNvSpPr>
            <a:spLocks noGrp="1"/>
          </p:cNvSpPr>
          <p:nvPr>
            <p:ph type="body" sz="quarter" idx="11" hasCustomPrompt="1"/>
          </p:nvPr>
        </p:nvSpPr>
        <p:spPr>
          <a:xfrm>
            <a:off x="408207" y="559121"/>
            <a:ext cx="10740439" cy="1800200"/>
          </a:xfr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Front cover title goes here</a:t>
            </a:r>
          </a:p>
        </p:txBody>
      </p:sp>
      <p:sp>
        <p:nvSpPr>
          <p:cNvPr id="2" name="Text Placeholder 11">
            <a:extLst>
              <a:ext uri="{FF2B5EF4-FFF2-40B4-BE49-F238E27FC236}">
                <a16:creationId xmlns:a16="http://schemas.microsoft.com/office/drawing/2014/main" id="{ACA2EAA2-94E2-6FA0-C059-2C890F869226}"/>
              </a:ext>
            </a:extLst>
          </p:cNvPr>
          <p:cNvSpPr>
            <a:spLocks noGrp="1"/>
          </p:cNvSpPr>
          <p:nvPr>
            <p:ph type="body" sz="quarter" idx="13" hasCustomPrompt="1"/>
          </p:nvPr>
        </p:nvSpPr>
        <p:spPr>
          <a:xfrm>
            <a:off x="408208" y="3846892"/>
            <a:ext cx="5557584" cy="347039"/>
          </a:xfrm>
        </p:spPr>
        <p:txBody>
          <a:bodyPr>
            <a:noAutofit/>
          </a:bodyPr>
          <a:lstStyle>
            <a:lvl1pPr marL="0" indent="0">
              <a:lnSpc>
                <a:spcPct val="110000"/>
              </a:lnSpc>
              <a:spcBef>
                <a:spcPts val="0"/>
              </a:spcBef>
              <a:buNone/>
              <a:defRPr sz="16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Presenter name</a:t>
            </a:r>
          </a:p>
        </p:txBody>
      </p:sp>
      <p:sp>
        <p:nvSpPr>
          <p:cNvPr id="3" name="Text Placeholder 11">
            <a:extLst>
              <a:ext uri="{FF2B5EF4-FFF2-40B4-BE49-F238E27FC236}">
                <a16:creationId xmlns:a16="http://schemas.microsoft.com/office/drawing/2014/main" id="{96034E2F-27F1-1CF2-367B-4204B15ECE78}"/>
              </a:ext>
            </a:extLst>
          </p:cNvPr>
          <p:cNvSpPr>
            <a:spLocks noGrp="1"/>
          </p:cNvSpPr>
          <p:nvPr>
            <p:ph type="body" sz="quarter" idx="14" hasCustomPrompt="1"/>
          </p:nvPr>
        </p:nvSpPr>
        <p:spPr>
          <a:xfrm>
            <a:off x="408208" y="4198584"/>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Department name</a:t>
            </a:r>
          </a:p>
        </p:txBody>
      </p:sp>
      <p:sp>
        <p:nvSpPr>
          <p:cNvPr id="4" name="Text Placeholder 11">
            <a:extLst>
              <a:ext uri="{FF2B5EF4-FFF2-40B4-BE49-F238E27FC236}">
                <a16:creationId xmlns:a16="http://schemas.microsoft.com/office/drawing/2014/main" id="{1276E79C-EF9C-9014-0C08-C31EE127DC52}"/>
              </a:ext>
            </a:extLst>
          </p:cNvPr>
          <p:cNvSpPr>
            <a:spLocks noGrp="1"/>
          </p:cNvSpPr>
          <p:nvPr>
            <p:ph type="body" sz="quarter" idx="15" hasCustomPrompt="1"/>
          </p:nvPr>
        </p:nvSpPr>
        <p:spPr>
          <a:xfrm>
            <a:off x="408208" y="4545623"/>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Date</a:t>
            </a:r>
          </a:p>
        </p:txBody>
      </p:sp>
      <p:sp>
        <p:nvSpPr>
          <p:cNvPr id="5" name="Text Placeholder 11">
            <a:extLst>
              <a:ext uri="{FF2B5EF4-FFF2-40B4-BE49-F238E27FC236}">
                <a16:creationId xmlns:a16="http://schemas.microsoft.com/office/drawing/2014/main" id="{98D122DE-5974-E6F7-5A07-1674D7445444}"/>
              </a:ext>
            </a:extLst>
          </p:cNvPr>
          <p:cNvSpPr>
            <a:spLocks noGrp="1"/>
          </p:cNvSpPr>
          <p:nvPr>
            <p:ph type="body" sz="quarter" idx="16" hasCustomPrompt="1"/>
          </p:nvPr>
        </p:nvSpPr>
        <p:spPr>
          <a:xfrm>
            <a:off x="408208" y="2431330"/>
            <a:ext cx="10740438" cy="1305402"/>
          </a:xfrm>
        </p:spPr>
        <p:txBody>
          <a:bodyPr>
            <a:noAutofit/>
          </a:bodyPr>
          <a:lstStyle>
            <a:lvl1pPr marL="0" indent="0">
              <a:lnSpc>
                <a:spcPct val="110000"/>
              </a:lnSpc>
              <a:spcBef>
                <a:spcPts val="0"/>
              </a:spcBef>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a:t>
            </a:r>
          </a:p>
        </p:txBody>
      </p:sp>
      <p:pic>
        <p:nvPicPr>
          <p:cNvPr id="6" name="Picture 5" descr="The Open University Logo">
            <a:extLst>
              <a:ext uri="{FF2B5EF4-FFF2-40B4-BE49-F238E27FC236}">
                <a16:creationId xmlns:a16="http://schemas.microsoft.com/office/drawing/2014/main" id="{21830BFA-19EA-B404-F805-72BD114E6B2B}"/>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69675" y="5829301"/>
            <a:ext cx="1709992" cy="584196"/>
          </a:xfrm>
          <a:prstGeom prst="rect">
            <a:avLst/>
          </a:prstGeom>
        </p:spPr>
      </p:pic>
    </p:spTree>
    <p:extLst>
      <p:ext uri="{BB962C8B-B14F-4D97-AF65-F5344CB8AC3E}">
        <p14:creationId xmlns:p14="http://schemas.microsoft.com/office/powerpoint/2010/main" val="33572059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D467C06D-0BA0-E66A-1254-70AFC158713D}"/>
              </a:ext>
            </a:extLst>
          </p:cNvPr>
          <p:cNvSpPr>
            <a:spLocks noGrp="1"/>
          </p:cNvSpPr>
          <p:nvPr>
            <p:ph type="body" sz="quarter" idx="10" hasCustomPrompt="1"/>
          </p:nvPr>
        </p:nvSpPr>
        <p:spPr>
          <a:xfrm>
            <a:off x="340167" y="3124519"/>
            <a:ext cx="7500939" cy="608965"/>
          </a:xfrm>
          <a:prstGeom prst="rect">
            <a:avLst/>
          </a:prstGeom>
        </p:spPr>
        <p:txBody>
          <a:bodyPr/>
          <a:lstStyle>
            <a:lvl1pPr marL="0" indent="0">
              <a:buNone/>
              <a:defRPr sz="4400" b="1">
                <a:solidFill>
                  <a:schemeClr val="bg1"/>
                </a:solidFill>
                <a:latin typeface="Poppins SemiBold" panose="00000700000000000000" pitchFamily="50" charset="0"/>
                <a:cs typeface="Poppins SemiBold" panose="00000700000000000000" pitchFamily="50"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r>
              <a:rPr lang="en-GB"/>
              <a:t>Type your message here</a:t>
            </a:r>
          </a:p>
        </p:txBody>
      </p:sp>
      <p:pic>
        <p:nvPicPr>
          <p:cNvPr id="2" name="Picture 1" descr="The Open University Logo">
            <a:extLst>
              <a:ext uri="{FF2B5EF4-FFF2-40B4-BE49-F238E27FC236}">
                <a16:creationId xmlns:a16="http://schemas.microsoft.com/office/drawing/2014/main" id="{98F1B169-2DA1-B49F-3EA1-DD312E568D4C}"/>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69677" y="5829302"/>
            <a:ext cx="1709993" cy="584196"/>
          </a:xfrm>
          <a:prstGeom prst="rect">
            <a:avLst/>
          </a:prstGeom>
        </p:spPr>
      </p:pic>
    </p:spTree>
    <p:extLst>
      <p:ext uri="{BB962C8B-B14F-4D97-AF65-F5344CB8AC3E}">
        <p14:creationId xmlns:p14="http://schemas.microsoft.com/office/powerpoint/2010/main" val="2090788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e Chart &amp; Copy - Blue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C4C01CCF-0DB7-F246-ABF2-EC18516A0FBD}"/>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AED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spcAft>
                <a:spcPts val="601"/>
              </a:spcAft>
            </a:pPr>
            <a:endParaRPr lang="en-US" sz="1801">
              <a:latin typeface="Poppins" panose="00000500000000000000" pitchFamily="2" charset="0"/>
            </a:endParaRPr>
          </a:p>
        </p:txBody>
      </p:sp>
      <p:sp>
        <p:nvSpPr>
          <p:cNvPr id="31" name="Text Placeholder 11">
            <a:extLst>
              <a:ext uri="{FF2B5EF4-FFF2-40B4-BE49-F238E27FC236}">
                <a16:creationId xmlns:a16="http://schemas.microsoft.com/office/drawing/2014/main" id="{441112C6-9F31-50D1-7D73-6298CB7F2E81}"/>
              </a:ext>
            </a:extLst>
          </p:cNvPr>
          <p:cNvSpPr>
            <a:spLocks noGrp="1"/>
          </p:cNvSpPr>
          <p:nvPr>
            <p:ph type="body" sz="quarter" idx="12" hasCustomPrompt="1"/>
          </p:nvPr>
        </p:nvSpPr>
        <p:spPr>
          <a:xfrm>
            <a:off x="1001106" y="1676670"/>
            <a:ext cx="4325806" cy="289311"/>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801"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32" name="Text Placeholder 11">
            <a:extLst>
              <a:ext uri="{FF2B5EF4-FFF2-40B4-BE49-F238E27FC236}">
                <a16:creationId xmlns:a16="http://schemas.microsoft.com/office/drawing/2014/main" id="{C32AB5CB-C8A8-C7B0-84CC-CEA164037036}"/>
              </a:ext>
            </a:extLst>
          </p:cNvPr>
          <p:cNvSpPr>
            <a:spLocks noGrp="1"/>
          </p:cNvSpPr>
          <p:nvPr>
            <p:ph type="body" sz="quarter" idx="14" hasCustomPrompt="1"/>
          </p:nvPr>
        </p:nvSpPr>
        <p:spPr>
          <a:xfrm>
            <a:off x="1001106" y="2093471"/>
            <a:ext cx="4325806" cy="496800"/>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14" name="TextBox 13">
            <a:extLst>
              <a:ext uri="{FF2B5EF4-FFF2-40B4-BE49-F238E27FC236}">
                <a16:creationId xmlns:a16="http://schemas.microsoft.com/office/drawing/2014/main" id="{F8F44462-549C-8EC7-19AB-A506B51C3E6A}"/>
              </a:ext>
            </a:extLst>
          </p:cNvPr>
          <p:cNvSpPr txBox="1"/>
          <p:nvPr userDrawn="1"/>
        </p:nvSpPr>
        <p:spPr>
          <a:xfrm>
            <a:off x="11515729"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5" name="Text Placeholder 11">
            <a:extLst>
              <a:ext uri="{FF2B5EF4-FFF2-40B4-BE49-F238E27FC236}">
                <a16:creationId xmlns:a16="http://schemas.microsoft.com/office/drawing/2014/main" id="{EB2C4ECE-5A58-924D-D8E6-C4AE68AD8C78}"/>
              </a:ext>
            </a:extLst>
          </p:cNvPr>
          <p:cNvSpPr>
            <a:spLocks noGrp="1"/>
          </p:cNvSpPr>
          <p:nvPr>
            <p:ph type="body" sz="quarter" idx="21" hasCustomPrompt="1"/>
          </p:nvPr>
        </p:nvSpPr>
        <p:spPr>
          <a:xfrm>
            <a:off x="413918" y="404664"/>
            <a:ext cx="4912997" cy="497161"/>
          </a:xfrm>
          <a:prstGeom prst="rect">
            <a:avLst/>
          </a:prstGeom>
        </p:spPr>
        <p:txBody>
          <a:bodyPr>
            <a:noAutofit/>
          </a:bodyPr>
          <a:lstStyle>
            <a:lvl1pPr marL="0" indent="0">
              <a:lnSpc>
                <a:spcPct val="110000"/>
              </a:lnSpc>
              <a:buNone/>
              <a:defRPr sz="3001"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6" name="Text Placeholder 11">
            <a:extLst>
              <a:ext uri="{FF2B5EF4-FFF2-40B4-BE49-F238E27FC236}">
                <a16:creationId xmlns:a16="http://schemas.microsoft.com/office/drawing/2014/main" id="{DDC83B33-527D-290B-B1B2-1DEADA31AE05}"/>
              </a:ext>
            </a:extLst>
          </p:cNvPr>
          <p:cNvSpPr>
            <a:spLocks noGrp="1"/>
          </p:cNvSpPr>
          <p:nvPr>
            <p:ph type="body" sz="quarter" idx="22" hasCustomPrompt="1"/>
          </p:nvPr>
        </p:nvSpPr>
        <p:spPr>
          <a:xfrm>
            <a:off x="413918" y="912170"/>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3" name="Text Placeholder 11">
            <a:extLst>
              <a:ext uri="{FF2B5EF4-FFF2-40B4-BE49-F238E27FC236}">
                <a16:creationId xmlns:a16="http://schemas.microsoft.com/office/drawing/2014/main" id="{5C71BB06-BC2B-503D-C100-C1D7CF6061BD}"/>
              </a:ext>
            </a:extLst>
          </p:cNvPr>
          <p:cNvSpPr>
            <a:spLocks noGrp="1"/>
          </p:cNvSpPr>
          <p:nvPr>
            <p:ph type="body" sz="quarter" idx="15" hasCustomPrompt="1"/>
          </p:nvPr>
        </p:nvSpPr>
        <p:spPr>
          <a:xfrm>
            <a:off x="1001106" y="2668674"/>
            <a:ext cx="4325806" cy="3041010"/>
          </a:xfrm>
          <a:prstGeom prst="rect">
            <a:avLst/>
          </a:prstGeom>
        </p:spPr>
        <p:txBody>
          <a:bodyPr>
            <a:noAutofit/>
          </a:bodyPr>
          <a:lstStyle>
            <a:lvl1pPr marL="285757" indent="-285757">
              <a:lnSpc>
                <a:spcPct val="110000"/>
              </a:lnSpc>
              <a:spcBef>
                <a:spcPts val="0"/>
              </a:spcBef>
              <a:spcAft>
                <a:spcPts val="601"/>
              </a:spcAft>
              <a:buFontTx/>
              <a:buBlip>
                <a:blip r:embed="rId4"/>
              </a:buBlip>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pic>
        <p:nvPicPr>
          <p:cNvPr id="2" name="Picture 1" descr="The Open University Logo">
            <a:extLst>
              <a:ext uri="{FF2B5EF4-FFF2-40B4-BE49-F238E27FC236}">
                <a16:creationId xmlns:a16="http://schemas.microsoft.com/office/drawing/2014/main" id="{65EE5AA7-CE9F-6795-3587-5FECAE583054}"/>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9" y="5829302"/>
            <a:ext cx="1709989" cy="584196"/>
          </a:xfrm>
          <a:prstGeom prst="rect">
            <a:avLst/>
          </a:prstGeom>
        </p:spPr>
      </p:pic>
    </p:spTree>
    <p:extLst>
      <p:ext uri="{BB962C8B-B14F-4D97-AF65-F5344CB8AC3E}">
        <p14:creationId xmlns:p14="http://schemas.microsoft.com/office/powerpoint/2010/main" val="19292484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e Chart &amp; Copy - Pink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47B443-B36F-0143-9A72-596E9458A3DA}"/>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FFE8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1">
              <a:latin typeface="Poppins" panose="00000500000000000000" pitchFamily="2" charset="0"/>
            </a:endParaRPr>
          </a:p>
        </p:txBody>
      </p:sp>
      <p:sp>
        <p:nvSpPr>
          <p:cNvPr id="25" name="Text Placeholder 11">
            <a:extLst>
              <a:ext uri="{FF2B5EF4-FFF2-40B4-BE49-F238E27FC236}">
                <a16:creationId xmlns:a16="http://schemas.microsoft.com/office/drawing/2014/main" id="{02A26A26-C4B5-4D8E-73A4-981818756D94}"/>
              </a:ext>
            </a:extLst>
          </p:cNvPr>
          <p:cNvSpPr>
            <a:spLocks noGrp="1"/>
          </p:cNvSpPr>
          <p:nvPr>
            <p:ph type="body" sz="quarter" idx="12" hasCustomPrompt="1"/>
          </p:nvPr>
        </p:nvSpPr>
        <p:spPr>
          <a:xfrm>
            <a:off x="1001106" y="1676670"/>
            <a:ext cx="4325806" cy="289311"/>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801"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26" name="Text Placeholder 11">
            <a:extLst>
              <a:ext uri="{FF2B5EF4-FFF2-40B4-BE49-F238E27FC236}">
                <a16:creationId xmlns:a16="http://schemas.microsoft.com/office/drawing/2014/main" id="{F8328C9E-9DA1-DF63-59C8-5F540DB4BB7E}"/>
              </a:ext>
            </a:extLst>
          </p:cNvPr>
          <p:cNvSpPr>
            <a:spLocks noGrp="1"/>
          </p:cNvSpPr>
          <p:nvPr>
            <p:ph type="body" sz="quarter" idx="14" hasCustomPrompt="1"/>
          </p:nvPr>
        </p:nvSpPr>
        <p:spPr>
          <a:xfrm>
            <a:off x="1001106" y="2093471"/>
            <a:ext cx="4325806" cy="496800"/>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32" name="TextBox 31">
            <a:extLst>
              <a:ext uri="{FF2B5EF4-FFF2-40B4-BE49-F238E27FC236}">
                <a16:creationId xmlns:a16="http://schemas.microsoft.com/office/drawing/2014/main" id="{4E1A6B9E-E779-E0D7-BC86-EA660E984003}"/>
              </a:ext>
            </a:extLst>
          </p:cNvPr>
          <p:cNvSpPr txBox="1"/>
          <p:nvPr userDrawn="1"/>
        </p:nvSpPr>
        <p:spPr>
          <a:xfrm>
            <a:off x="11515729"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F46F34F4-9E99-01A0-2C06-1C0C5E776290}"/>
              </a:ext>
            </a:extLst>
          </p:cNvPr>
          <p:cNvSpPr>
            <a:spLocks noGrp="1"/>
          </p:cNvSpPr>
          <p:nvPr>
            <p:ph type="body" sz="quarter" idx="21" hasCustomPrompt="1"/>
          </p:nvPr>
        </p:nvSpPr>
        <p:spPr>
          <a:xfrm>
            <a:off x="413918" y="404664"/>
            <a:ext cx="4912997" cy="497161"/>
          </a:xfrm>
          <a:prstGeom prst="rect">
            <a:avLst/>
          </a:prstGeom>
        </p:spPr>
        <p:txBody>
          <a:bodyPr>
            <a:noAutofit/>
          </a:bodyPr>
          <a:lstStyle>
            <a:lvl1pPr marL="0" indent="0">
              <a:lnSpc>
                <a:spcPct val="110000"/>
              </a:lnSpc>
              <a:buNone/>
              <a:defRPr sz="3001"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77341710-98F6-F41B-8C50-352203DF2B2A}"/>
              </a:ext>
            </a:extLst>
          </p:cNvPr>
          <p:cNvSpPr>
            <a:spLocks noGrp="1"/>
          </p:cNvSpPr>
          <p:nvPr>
            <p:ph type="body" sz="quarter" idx="22" hasCustomPrompt="1"/>
          </p:nvPr>
        </p:nvSpPr>
        <p:spPr>
          <a:xfrm>
            <a:off x="413918" y="912170"/>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3" name="Text Placeholder 11">
            <a:extLst>
              <a:ext uri="{FF2B5EF4-FFF2-40B4-BE49-F238E27FC236}">
                <a16:creationId xmlns:a16="http://schemas.microsoft.com/office/drawing/2014/main" id="{BC1EA7DC-B02A-FE29-687A-390579C75F8C}"/>
              </a:ext>
            </a:extLst>
          </p:cNvPr>
          <p:cNvSpPr>
            <a:spLocks noGrp="1"/>
          </p:cNvSpPr>
          <p:nvPr>
            <p:ph type="body" sz="quarter" idx="15" hasCustomPrompt="1"/>
          </p:nvPr>
        </p:nvSpPr>
        <p:spPr>
          <a:xfrm>
            <a:off x="1001106" y="2668674"/>
            <a:ext cx="4325806" cy="3041010"/>
          </a:xfrm>
          <a:prstGeom prst="rect">
            <a:avLst/>
          </a:prstGeom>
        </p:spPr>
        <p:txBody>
          <a:bodyPr>
            <a:noAutofit/>
          </a:bodyPr>
          <a:lstStyle>
            <a:lvl1pPr marL="285757" indent="-285757">
              <a:lnSpc>
                <a:spcPct val="110000"/>
              </a:lnSpc>
              <a:spcBef>
                <a:spcPts val="0"/>
              </a:spcBef>
              <a:spcAft>
                <a:spcPts val="601"/>
              </a:spcAft>
              <a:buFontTx/>
              <a:buBlip>
                <a:blip r:embed="rId4"/>
              </a:buBlip>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pic>
        <p:nvPicPr>
          <p:cNvPr id="2" name="Picture 1" descr="The Open University Logo">
            <a:extLst>
              <a:ext uri="{FF2B5EF4-FFF2-40B4-BE49-F238E27FC236}">
                <a16:creationId xmlns:a16="http://schemas.microsoft.com/office/drawing/2014/main" id="{A412ECB0-A0F7-C3C3-CD7E-53BD50174983}"/>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9" y="5829302"/>
            <a:ext cx="1709989" cy="584196"/>
          </a:xfrm>
          <a:prstGeom prst="rect">
            <a:avLst/>
          </a:prstGeom>
        </p:spPr>
      </p:pic>
    </p:spTree>
    <p:extLst>
      <p:ext uri="{BB962C8B-B14F-4D97-AF65-F5344CB8AC3E}">
        <p14:creationId xmlns:p14="http://schemas.microsoft.com/office/powerpoint/2010/main" val="4365836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e Chart &amp; Copy - Green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47B443-B36F-0143-9A72-596E9458A3D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D1F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1">
              <a:latin typeface="Poppins" panose="00000500000000000000" pitchFamily="2" charset="0"/>
            </a:endParaRPr>
          </a:p>
        </p:txBody>
      </p:sp>
      <p:sp>
        <p:nvSpPr>
          <p:cNvPr id="32" name="Text Placeholder 11">
            <a:extLst>
              <a:ext uri="{FF2B5EF4-FFF2-40B4-BE49-F238E27FC236}">
                <a16:creationId xmlns:a16="http://schemas.microsoft.com/office/drawing/2014/main" id="{F66FAE19-7B52-BB59-E57B-29D522C6BDE9}"/>
              </a:ext>
            </a:extLst>
          </p:cNvPr>
          <p:cNvSpPr>
            <a:spLocks noGrp="1"/>
          </p:cNvSpPr>
          <p:nvPr>
            <p:ph type="body" sz="quarter" idx="12" hasCustomPrompt="1"/>
          </p:nvPr>
        </p:nvSpPr>
        <p:spPr>
          <a:xfrm>
            <a:off x="1001106" y="1676670"/>
            <a:ext cx="4325806" cy="289311"/>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801"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33" name="Text Placeholder 11">
            <a:extLst>
              <a:ext uri="{FF2B5EF4-FFF2-40B4-BE49-F238E27FC236}">
                <a16:creationId xmlns:a16="http://schemas.microsoft.com/office/drawing/2014/main" id="{F77B454A-E504-0EE7-A8CA-E5D9EEC2F495}"/>
              </a:ext>
            </a:extLst>
          </p:cNvPr>
          <p:cNvSpPr>
            <a:spLocks noGrp="1"/>
          </p:cNvSpPr>
          <p:nvPr>
            <p:ph type="body" sz="quarter" idx="14" hasCustomPrompt="1"/>
          </p:nvPr>
        </p:nvSpPr>
        <p:spPr>
          <a:xfrm>
            <a:off x="1001106" y="2093471"/>
            <a:ext cx="4325806" cy="496800"/>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37" name="TextBox 36">
            <a:extLst>
              <a:ext uri="{FF2B5EF4-FFF2-40B4-BE49-F238E27FC236}">
                <a16:creationId xmlns:a16="http://schemas.microsoft.com/office/drawing/2014/main" id="{C4228A78-C513-C604-6CB6-28BAE7604C73}"/>
              </a:ext>
            </a:extLst>
          </p:cNvPr>
          <p:cNvSpPr txBox="1"/>
          <p:nvPr userDrawn="1"/>
        </p:nvSpPr>
        <p:spPr>
          <a:xfrm>
            <a:off x="11515729"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21EAD907-96B1-968B-D6C2-A05E0A48B049}"/>
              </a:ext>
            </a:extLst>
          </p:cNvPr>
          <p:cNvSpPr>
            <a:spLocks noGrp="1"/>
          </p:cNvSpPr>
          <p:nvPr>
            <p:ph type="body" sz="quarter" idx="21" hasCustomPrompt="1"/>
          </p:nvPr>
        </p:nvSpPr>
        <p:spPr>
          <a:xfrm>
            <a:off x="413918" y="404664"/>
            <a:ext cx="4912997" cy="497161"/>
          </a:xfrm>
          <a:prstGeom prst="rect">
            <a:avLst/>
          </a:prstGeom>
        </p:spPr>
        <p:txBody>
          <a:bodyPr>
            <a:noAutofit/>
          </a:bodyPr>
          <a:lstStyle>
            <a:lvl1pPr marL="0" indent="0">
              <a:lnSpc>
                <a:spcPct val="110000"/>
              </a:lnSpc>
              <a:buNone/>
              <a:defRPr sz="3001"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DA310DCE-936B-7A91-931F-F8940F242D38}"/>
              </a:ext>
            </a:extLst>
          </p:cNvPr>
          <p:cNvSpPr>
            <a:spLocks noGrp="1"/>
          </p:cNvSpPr>
          <p:nvPr>
            <p:ph type="body" sz="quarter" idx="22" hasCustomPrompt="1"/>
          </p:nvPr>
        </p:nvSpPr>
        <p:spPr>
          <a:xfrm>
            <a:off x="413918" y="912170"/>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3" name="Text Placeholder 11">
            <a:extLst>
              <a:ext uri="{FF2B5EF4-FFF2-40B4-BE49-F238E27FC236}">
                <a16:creationId xmlns:a16="http://schemas.microsoft.com/office/drawing/2014/main" id="{4C03919D-ED94-85DD-1324-53A7CAE381DD}"/>
              </a:ext>
            </a:extLst>
          </p:cNvPr>
          <p:cNvSpPr>
            <a:spLocks noGrp="1"/>
          </p:cNvSpPr>
          <p:nvPr>
            <p:ph type="body" sz="quarter" idx="15" hasCustomPrompt="1"/>
          </p:nvPr>
        </p:nvSpPr>
        <p:spPr>
          <a:xfrm>
            <a:off x="1001106" y="2668674"/>
            <a:ext cx="4325806" cy="3041010"/>
          </a:xfrm>
          <a:prstGeom prst="rect">
            <a:avLst/>
          </a:prstGeom>
        </p:spPr>
        <p:txBody>
          <a:bodyPr>
            <a:noAutofit/>
          </a:bodyPr>
          <a:lstStyle>
            <a:lvl1pPr marL="285757" indent="-285757">
              <a:lnSpc>
                <a:spcPct val="110000"/>
              </a:lnSpc>
              <a:spcBef>
                <a:spcPts val="0"/>
              </a:spcBef>
              <a:spcAft>
                <a:spcPts val="601"/>
              </a:spcAft>
              <a:buFontTx/>
              <a:buBlip>
                <a:blip r:embed="rId4"/>
              </a:buBlip>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pic>
        <p:nvPicPr>
          <p:cNvPr id="2" name="Picture 1" descr="The Open University Logo">
            <a:extLst>
              <a:ext uri="{FF2B5EF4-FFF2-40B4-BE49-F238E27FC236}">
                <a16:creationId xmlns:a16="http://schemas.microsoft.com/office/drawing/2014/main" id="{87A5F3DD-B4AB-BD17-596F-E74A62BFB683}"/>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9" y="5829302"/>
            <a:ext cx="1709989" cy="584196"/>
          </a:xfrm>
          <a:prstGeom prst="rect">
            <a:avLst/>
          </a:prstGeom>
        </p:spPr>
      </p:pic>
    </p:spTree>
    <p:extLst>
      <p:ext uri="{BB962C8B-B14F-4D97-AF65-F5344CB8AC3E}">
        <p14:creationId xmlns:p14="http://schemas.microsoft.com/office/powerpoint/2010/main" val="24396541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e Chart &amp; Copy - Yellow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47B443-B36F-0143-9A72-596E9458A3DA}"/>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FFF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1">
              <a:latin typeface="Poppins" panose="00000500000000000000" pitchFamily="2" charset="0"/>
            </a:endParaRPr>
          </a:p>
        </p:txBody>
      </p:sp>
      <p:sp>
        <p:nvSpPr>
          <p:cNvPr id="25" name="Text Placeholder 11">
            <a:extLst>
              <a:ext uri="{FF2B5EF4-FFF2-40B4-BE49-F238E27FC236}">
                <a16:creationId xmlns:a16="http://schemas.microsoft.com/office/drawing/2014/main" id="{AE055DE8-0C87-1B8E-B033-C6AACEF7E883}"/>
              </a:ext>
            </a:extLst>
          </p:cNvPr>
          <p:cNvSpPr>
            <a:spLocks noGrp="1"/>
          </p:cNvSpPr>
          <p:nvPr>
            <p:ph type="body" sz="quarter" idx="12" hasCustomPrompt="1"/>
          </p:nvPr>
        </p:nvSpPr>
        <p:spPr>
          <a:xfrm>
            <a:off x="1001106" y="1676670"/>
            <a:ext cx="4325806" cy="289311"/>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801"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26" name="Text Placeholder 11">
            <a:extLst>
              <a:ext uri="{FF2B5EF4-FFF2-40B4-BE49-F238E27FC236}">
                <a16:creationId xmlns:a16="http://schemas.microsoft.com/office/drawing/2014/main" id="{A7B175B1-4990-DB78-B09A-5CABDC6E0946}"/>
              </a:ext>
            </a:extLst>
          </p:cNvPr>
          <p:cNvSpPr>
            <a:spLocks noGrp="1"/>
          </p:cNvSpPr>
          <p:nvPr>
            <p:ph type="body" sz="quarter" idx="14" hasCustomPrompt="1"/>
          </p:nvPr>
        </p:nvSpPr>
        <p:spPr>
          <a:xfrm>
            <a:off x="1001106" y="2093471"/>
            <a:ext cx="4325806" cy="496800"/>
          </a:xfrm>
          <a:prstGeom prst="rect">
            <a:avLst/>
          </a:prstGeom>
        </p:spPr>
        <p:txBody>
          <a:bodyPr>
            <a:noAutofit/>
          </a:bodyPr>
          <a:lstStyle>
            <a:lvl1pPr marL="0" indent="0">
              <a:lnSpc>
                <a:spcPct val="110000"/>
              </a:lnSpc>
              <a:spcBef>
                <a:spcPts val="0"/>
              </a:spcBef>
              <a:spcAft>
                <a:spcPts val="601"/>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32" name="TextBox 31">
            <a:extLst>
              <a:ext uri="{FF2B5EF4-FFF2-40B4-BE49-F238E27FC236}">
                <a16:creationId xmlns:a16="http://schemas.microsoft.com/office/drawing/2014/main" id="{D5C357FA-846B-A0EC-644D-8C00E0D073E6}"/>
              </a:ext>
            </a:extLst>
          </p:cNvPr>
          <p:cNvSpPr txBox="1"/>
          <p:nvPr userDrawn="1"/>
        </p:nvSpPr>
        <p:spPr>
          <a:xfrm>
            <a:off x="11515729"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091828A5-E0F9-F12F-D6E9-03BB177B08C8}"/>
              </a:ext>
            </a:extLst>
          </p:cNvPr>
          <p:cNvSpPr>
            <a:spLocks noGrp="1"/>
          </p:cNvSpPr>
          <p:nvPr>
            <p:ph type="body" sz="quarter" idx="21" hasCustomPrompt="1"/>
          </p:nvPr>
        </p:nvSpPr>
        <p:spPr>
          <a:xfrm>
            <a:off x="413918" y="404664"/>
            <a:ext cx="4912997" cy="497161"/>
          </a:xfrm>
          <a:prstGeom prst="rect">
            <a:avLst/>
          </a:prstGeom>
        </p:spPr>
        <p:txBody>
          <a:bodyPr>
            <a:noAutofit/>
          </a:bodyPr>
          <a:lstStyle>
            <a:lvl1pPr marL="0" indent="0">
              <a:lnSpc>
                <a:spcPct val="110000"/>
              </a:lnSpc>
              <a:buNone/>
              <a:defRPr sz="3001"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19CF92BA-CA8F-0DC8-7240-3FE5CDE3317F}"/>
              </a:ext>
            </a:extLst>
          </p:cNvPr>
          <p:cNvSpPr>
            <a:spLocks noGrp="1"/>
          </p:cNvSpPr>
          <p:nvPr>
            <p:ph type="body" sz="quarter" idx="22" hasCustomPrompt="1"/>
          </p:nvPr>
        </p:nvSpPr>
        <p:spPr>
          <a:xfrm>
            <a:off x="413918" y="912170"/>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3" name="Text Placeholder 11">
            <a:extLst>
              <a:ext uri="{FF2B5EF4-FFF2-40B4-BE49-F238E27FC236}">
                <a16:creationId xmlns:a16="http://schemas.microsoft.com/office/drawing/2014/main" id="{0FC3A49A-8F27-4ABD-3E82-D19FBB8B20B8}"/>
              </a:ext>
            </a:extLst>
          </p:cNvPr>
          <p:cNvSpPr>
            <a:spLocks noGrp="1"/>
          </p:cNvSpPr>
          <p:nvPr>
            <p:ph type="body" sz="quarter" idx="15" hasCustomPrompt="1"/>
          </p:nvPr>
        </p:nvSpPr>
        <p:spPr>
          <a:xfrm>
            <a:off x="1001106" y="2668674"/>
            <a:ext cx="4325806" cy="3041010"/>
          </a:xfrm>
          <a:prstGeom prst="rect">
            <a:avLst/>
          </a:prstGeom>
        </p:spPr>
        <p:txBody>
          <a:bodyPr>
            <a:noAutofit/>
          </a:bodyPr>
          <a:lstStyle>
            <a:lvl1pPr marL="285757" indent="-285757">
              <a:lnSpc>
                <a:spcPct val="110000"/>
              </a:lnSpc>
              <a:spcBef>
                <a:spcPts val="0"/>
              </a:spcBef>
              <a:spcAft>
                <a:spcPts val="601"/>
              </a:spcAft>
              <a:buFontTx/>
              <a:buBlip>
                <a:blip r:embed="rId4"/>
              </a:buBlip>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pic>
        <p:nvPicPr>
          <p:cNvPr id="2" name="Picture 1" descr="The Open University Logo">
            <a:extLst>
              <a:ext uri="{FF2B5EF4-FFF2-40B4-BE49-F238E27FC236}">
                <a16:creationId xmlns:a16="http://schemas.microsoft.com/office/drawing/2014/main" id="{A1EF4921-C4EA-38D0-FDB1-827E4E6B7F75}"/>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9" y="5829302"/>
            <a:ext cx="1709989" cy="584196"/>
          </a:xfrm>
          <a:prstGeom prst="rect">
            <a:avLst/>
          </a:prstGeom>
        </p:spPr>
      </p:pic>
    </p:spTree>
    <p:extLst>
      <p:ext uri="{BB962C8B-B14F-4D97-AF65-F5344CB8AC3E}">
        <p14:creationId xmlns:p14="http://schemas.microsoft.com/office/powerpoint/2010/main" val="11541888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pic>
        <p:nvPicPr>
          <p:cNvPr id="4" name="Picture 3" descr="The Open University Logo">
            <a:extLst>
              <a:ext uri="{FF2B5EF4-FFF2-40B4-BE49-F238E27FC236}">
                <a16:creationId xmlns:a16="http://schemas.microsoft.com/office/drawing/2014/main" id="{EA88F0E0-0334-005F-5AE6-97F8EFADF0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074300" y="2622095"/>
            <a:ext cx="6043403" cy="2021693"/>
          </a:xfrm>
          <a:prstGeom prst="rect">
            <a:avLst/>
          </a:prstGeom>
        </p:spPr>
      </p:pic>
    </p:spTree>
    <p:extLst>
      <p:ext uri="{BB962C8B-B14F-4D97-AF65-F5344CB8AC3E}">
        <p14:creationId xmlns:p14="http://schemas.microsoft.com/office/powerpoint/2010/main" val="2545908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Title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6000" y="0"/>
            <a:ext cx="4380853" cy="6858000"/>
          </a:xfrm>
          <a:prstGeom prst="round2SameRect">
            <a:avLst>
              <a:gd name="adj1" fmla="val 42678"/>
              <a:gd name="adj2" fmla="val 4847"/>
            </a:avLst>
          </a:prstGeom>
        </p:spPr>
        <p:txBody>
          <a:bodyPr>
            <a:noAutofit/>
          </a:bodyPr>
          <a:lstStyle>
            <a:lvl1pPr>
              <a:defRPr>
                <a:solidFill>
                  <a:schemeClr val="bg1"/>
                </a:solidFill>
                <a:latin typeface="Poppins" panose="00000500000000000000" pitchFamily="2" charset="0"/>
              </a:defRPr>
            </a:lvl1pPr>
          </a:lstStyle>
          <a:p>
            <a:endParaRPr lang="en-US"/>
          </a:p>
        </p:txBody>
      </p:sp>
      <p:pic>
        <p:nvPicPr>
          <p:cNvPr id="6" name="Picture 5">
            <a:extLst>
              <a:ext uri="{FF2B5EF4-FFF2-40B4-BE49-F238E27FC236}">
                <a16:creationId xmlns:a16="http://schemas.microsoft.com/office/drawing/2014/main" id="{19B06383-A6CB-5648-834D-B48F2370576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8761709" y="1715146"/>
            <a:ext cx="5145438" cy="1715147"/>
          </a:xfrm>
          <a:prstGeom prst="rect">
            <a:avLst/>
          </a:prstGeom>
        </p:spPr>
      </p:pic>
      <p:sp>
        <p:nvSpPr>
          <p:cNvPr id="10" name="Text Placeholder 11">
            <a:extLst>
              <a:ext uri="{FF2B5EF4-FFF2-40B4-BE49-F238E27FC236}">
                <a16:creationId xmlns:a16="http://schemas.microsoft.com/office/drawing/2014/main" id="{633B3489-D726-D446-9A29-05672FA50E51}"/>
              </a:ext>
            </a:extLst>
          </p:cNvPr>
          <p:cNvSpPr>
            <a:spLocks noGrp="1"/>
          </p:cNvSpPr>
          <p:nvPr>
            <p:ph type="body" sz="quarter" idx="13" hasCustomPrompt="1"/>
          </p:nvPr>
        </p:nvSpPr>
        <p:spPr>
          <a:xfrm>
            <a:off x="10492357" y="5596327"/>
            <a:ext cx="1699646" cy="763797"/>
          </a:xfrm>
          <a:prstGeom prst="rect">
            <a:avLst/>
          </a:prstGeom>
        </p:spPr>
        <p:txBody>
          <a:bodyPr>
            <a:noAutofit/>
          </a:bodyPr>
          <a:lstStyle>
            <a:lvl1pPr marL="0" indent="0" algn="ctr">
              <a:buNone/>
              <a:defRPr sz="5501"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7" name="Text Placeholder 11">
            <a:extLst>
              <a:ext uri="{FF2B5EF4-FFF2-40B4-BE49-F238E27FC236}">
                <a16:creationId xmlns:a16="http://schemas.microsoft.com/office/drawing/2014/main" id="{6A7E64E4-287C-1FCE-9776-59EE01B2045C}"/>
              </a:ext>
            </a:extLst>
          </p:cNvPr>
          <p:cNvSpPr>
            <a:spLocks noGrp="1"/>
          </p:cNvSpPr>
          <p:nvPr>
            <p:ph type="body" sz="quarter" idx="11" hasCustomPrompt="1"/>
          </p:nvPr>
        </p:nvSpPr>
        <p:spPr>
          <a:xfrm>
            <a:off x="408207" y="559121"/>
            <a:ext cx="5328592" cy="1800200"/>
          </a:xfrm>
          <a:prstGeom prst="rect">
            <a:avLst/>
          </a:prstGeom>
        </p:spPr>
        <p:txBody>
          <a:bodyPr>
            <a:noAutofit/>
          </a:bodyPr>
          <a:lstStyle>
            <a:lvl1pPr marL="0" indent="0">
              <a:buNone/>
              <a:defRPr sz="5501"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Title Goes Here</a:t>
            </a:r>
          </a:p>
        </p:txBody>
      </p:sp>
      <p:sp>
        <p:nvSpPr>
          <p:cNvPr id="12" name="Text Placeholder 11">
            <a:extLst>
              <a:ext uri="{FF2B5EF4-FFF2-40B4-BE49-F238E27FC236}">
                <a16:creationId xmlns:a16="http://schemas.microsoft.com/office/drawing/2014/main" id="{62966699-83CA-1202-E4B3-09DCD56EA786}"/>
              </a:ext>
            </a:extLst>
          </p:cNvPr>
          <p:cNvSpPr>
            <a:spLocks noGrp="1"/>
          </p:cNvSpPr>
          <p:nvPr>
            <p:ph type="body" sz="quarter" idx="12" hasCustomPrompt="1"/>
          </p:nvPr>
        </p:nvSpPr>
        <p:spPr>
          <a:xfrm>
            <a:off x="408208" y="2431331"/>
            <a:ext cx="4824412" cy="2439435"/>
          </a:xfrm>
          <a:prstGeom prst="rect">
            <a:avLst/>
          </a:prstGeom>
        </p:spPr>
        <p:txBody>
          <a:bodyPr>
            <a:noAutofit/>
          </a:bodyPr>
          <a:lstStyle>
            <a:lvl1pPr marL="0" indent="0">
              <a:lnSpc>
                <a:spcPct val="110000"/>
              </a:lnSpc>
              <a:buNone/>
              <a:defRPr sz="3001"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 here</a:t>
            </a:r>
          </a:p>
        </p:txBody>
      </p:sp>
    </p:spTree>
    <p:extLst>
      <p:ext uri="{BB962C8B-B14F-4D97-AF65-F5344CB8AC3E}">
        <p14:creationId xmlns:p14="http://schemas.microsoft.com/office/powerpoint/2010/main" val="463364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467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1">
    <p:spTree>
      <p:nvGrpSpPr>
        <p:cNvPr id="1" name=""/>
        <p:cNvGrpSpPr/>
        <p:nvPr/>
      </p:nvGrpSpPr>
      <p:grpSpPr>
        <a:xfrm>
          <a:off x="0" y="0"/>
          <a:ext cx="0" cy="0"/>
          <a:chOff x="0" y="0"/>
          <a:chExt cx="0" cy="0"/>
        </a:xfrm>
      </p:grpSpPr>
      <p:sp>
        <p:nvSpPr>
          <p:cNvPr id="9" name="Text Placeholder 11">
            <a:extLst>
              <a:ext uri="{FF2B5EF4-FFF2-40B4-BE49-F238E27FC236}">
                <a16:creationId xmlns:a16="http://schemas.microsoft.com/office/drawing/2014/main" id="{7C4D0DBB-988A-6342-8902-0563E9803CEA}"/>
              </a:ext>
            </a:extLst>
          </p:cNvPr>
          <p:cNvSpPr>
            <a:spLocks noGrp="1"/>
          </p:cNvSpPr>
          <p:nvPr>
            <p:ph type="body" sz="quarter" idx="11" hasCustomPrompt="1"/>
          </p:nvPr>
        </p:nvSpPr>
        <p:spPr>
          <a:xfrm>
            <a:off x="5275119" y="404664"/>
            <a:ext cx="4715313" cy="497161"/>
          </a:xfrm>
          <a:prstGeom prst="rect">
            <a:avLst/>
          </a:prstGeom>
        </p:spPr>
        <p:txBody>
          <a:bodyPr>
            <a:noAutofit/>
          </a:bodyPr>
          <a:lstStyle>
            <a:lvl1pPr marL="0" indent="0">
              <a:buNone/>
              <a:defRPr sz="3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Contents title </a:t>
            </a:r>
          </a:p>
        </p:txBody>
      </p:sp>
      <p:sp>
        <p:nvSpPr>
          <p:cNvPr id="11" name="Text Placeholder 11">
            <a:extLst>
              <a:ext uri="{FF2B5EF4-FFF2-40B4-BE49-F238E27FC236}">
                <a16:creationId xmlns:a16="http://schemas.microsoft.com/office/drawing/2014/main" id="{BAD27DD2-BE62-DA40-8EBD-559298C56286}"/>
              </a:ext>
            </a:extLst>
          </p:cNvPr>
          <p:cNvSpPr>
            <a:spLocks noGrp="1"/>
          </p:cNvSpPr>
          <p:nvPr>
            <p:ph type="body" sz="quarter" idx="12" hasCustomPrompt="1"/>
          </p:nvPr>
        </p:nvSpPr>
        <p:spPr>
          <a:xfrm>
            <a:off x="6012873" y="1539489"/>
            <a:ext cx="4014180" cy="289311"/>
          </a:xfrm>
          <a:prstGeom prst="rect">
            <a:avLst/>
          </a:prstGeom>
        </p:spPr>
        <p:txBody>
          <a:bodyPr>
            <a:noAutofit/>
          </a:bodyPr>
          <a:lstStyle>
            <a:lvl1pPr marL="0" indent="0">
              <a:buFont typeface="Arial" panose="020B0604020202020204" pitchFamily="34" charset="0"/>
              <a:buNone/>
              <a:defRPr sz="2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Content chapter</a:t>
            </a:r>
          </a:p>
        </p:txBody>
      </p:sp>
      <p:sp>
        <p:nvSpPr>
          <p:cNvPr id="21" name="Text Placeholder 11">
            <a:extLst>
              <a:ext uri="{FF2B5EF4-FFF2-40B4-BE49-F238E27FC236}">
                <a16:creationId xmlns:a16="http://schemas.microsoft.com/office/drawing/2014/main" id="{1254454E-2B5C-B046-98EC-9A0A923749AA}"/>
              </a:ext>
            </a:extLst>
          </p:cNvPr>
          <p:cNvSpPr>
            <a:spLocks noGrp="1"/>
          </p:cNvSpPr>
          <p:nvPr>
            <p:ph type="body" sz="quarter" idx="15" hasCustomPrompt="1"/>
          </p:nvPr>
        </p:nvSpPr>
        <p:spPr>
          <a:xfrm>
            <a:off x="6012873" y="2882868"/>
            <a:ext cx="4014180" cy="289311"/>
          </a:xfrm>
          <a:prstGeom prst="rect">
            <a:avLst/>
          </a:prstGeom>
        </p:spPr>
        <p:txBody>
          <a:bodyPr>
            <a:noAutofit/>
          </a:bodyPr>
          <a:lstStyle>
            <a:lvl1pPr marL="0" indent="0">
              <a:buFont typeface="Arial" panose="020B0604020202020204" pitchFamily="34" charset="0"/>
              <a:buNone/>
              <a:defRPr sz="2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Content chapter</a:t>
            </a:r>
          </a:p>
        </p:txBody>
      </p:sp>
      <p:sp>
        <p:nvSpPr>
          <p:cNvPr id="45" name="Text Placeholder 11">
            <a:extLst>
              <a:ext uri="{FF2B5EF4-FFF2-40B4-BE49-F238E27FC236}">
                <a16:creationId xmlns:a16="http://schemas.microsoft.com/office/drawing/2014/main" id="{AB826CD5-5C92-B242-BB8B-DD1F5772801E}"/>
              </a:ext>
            </a:extLst>
          </p:cNvPr>
          <p:cNvSpPr>
            <a:spLocks noGrp="1"/>
          </p:cNvSpPr>
          <p:nvPr>
            <p:ph type="body" sz="quarter" idx="26" hasCustomPrompt="1"/>
          </p:nvPr>
        </p:nvSpPr>
        <p:spPr>
          <a:xfrm>
            <a:off x="5275119" y="1539489"/>
            <a:ext cx="747051" cy="289311"/>
          </a:xfrm>
          <a:prstGeom prst="rect">
            <a:avLst/>
          </a:prstGeom>
        </p:spPr>
        <p:txBody>
          <a:bodyPr>
            <a:noAutofit/>
          </a:bodyPr>
          <a:lstStyle>
            <a:lvl1pPr marL="0" indent="0">
              <a:buFont typeface="Arial" panose="020B0604020202020204" pitchFamily="34" charset="0"/>
              <a:buNone/>
              <a:defRPr sz="2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46" name="Text Placeholder 11">
            <a:extLst>
              <a:ext uri="{FF2B5EF4-FFF2-40B4-BE49-F238E27FC236}">
                <a16:creationId xmlns:a16="http://schemas.microsoft.com/office/drawing/2014/main" id="{9A813DF2-0556-7B4C-A30B-8A7253CE587F}"/>
              </a:ext>
            </a:extLst>
          </p:cNvPr>
          <p:cNvSpPr>
            <a:spLocks noGrp="1"/>
          </p:cNvSpPr>
          <p:nvPr>
            <p:ph type="body" sz="quarter" idx="27" hasCustomPrompt="1"/>
          </p:nvPr>
        </p:nvSpPr>
        <p:spPr>
          <a:xfrm>
            <a:off x="5275119" y="2881839"/>
            <a:ext cx="747051" cy="289311"/>
          </a:xfrm>
          <a:prstGeom prst="rect">
            <a:avLst/>
          </a:prstGeom>
        </p:spPr>
        <p:txBody>
          <a:bodyPr>
            <a:noAutofit/>
          </a:bodyPr>
          <a:lstStyle>
            <a:lvl1pPr marL="0" indent="0">
              <a:buFont typeface="Arial" panose="020B0604020202020204" pitchFamily="34" charset="0"/>
              <a:buNone/>
              <a:defRPr sz="2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02</a:t>
            </a:r>
          </a:p>
        </p:txBody>
      </p:sp>
      <p:pic>
        <p:nvPicPr>
          <p:cNvPr id="10" name="Picture 9">
            <a:extLst>
              <a:ext uri="{FF2B5EF4-FFF2-40B4-BE49-F238E27FC236}">
                <a16:creationId xmlns:a16="http://schemas.microsoft.com/office/drawing/2014/main" id="{C3B3B649-1EB8-9846-A24F-3002667E74D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551118"/>
            <a:ext cx="4613762" cy="2306881"/>
          </a:xfrm>
          <a:prstGeom prst="rect">
            <a:avLst/>
          </a:prstGeom>
        </p:spPr>
      </p:pic>
      <p:sp>
        <p:nvSpPr>
          <p:cNvPr id="12" name="Text Placeholder 11">
            <a:extLst>
              <a:ext uri="{FF2B5EF4-FFF2-40B4-BE49-F238E27FC236}">
                <a16:creationId xmlns:a16="http://schemas.microsoft.com/office/drawing/2014/main" id="{23BBE70E-03E7-644A-BA5E-E3A0B913118F}"/>
              </a:ext>
            </a:extLst>
          </p:cNvPr>
          <p:cNvSpPr>
            <a:spLocks noGrp="1"/>
          </p:cNvSpPr>
          <p:nvPr>
            <p:ph type="body" sz="quarter" idx="14" hasCustomPrompt="1"/>
          </p:nvPr>
        </p:nvSpPr>
        <p:spPr>
          <a:xfrm>
            <a:off x="6022170" y="1896175"/>
            <a:ext cx="3118585" cy="810811"/>
          </a:xfrm>
          <a:prstGeom prst="rect">
            <a:avLst/>
          </a:prstGeom>
        </p:spPr>
        <p:txBody>
          <a:bodyPr>
            <a:noAutofit/>
          </a:bodyPr>
          <a:lstStyle>
            <a:lvl1pPr marL="285750" indent="-285750">
              <a:lnSpc>
                <a:spcPct val="110000"/>
              </a:lnSpc>
              <a:spcBef>
                <a:spcPts val="0"/>
              </a:spcBef>
              <a:buFontTx/>
              <a:buBlip>
                <a:blip r:embed="rId3"/>
              </a:buBlip>
              <a:defRPr sz="15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Sub-content 01</a:t>
            </a:r>
          </a:p>
          <a:p>
            <a:pPr lvl="0"/>
            <a:r>
              <a:rPr lang="en-GB"/>
              <a:t>Sub-content 02</a:t>
            </a:r>
          </a:p>
          <a:p>
            <a:pPr lvl="0"/>
            <a:r>
              <a:rPr lang="en-GB"/>
              <a:t>Sub-content 03</a:t>
            </a:r>
          </a:p>
        </p:txBody>
      </p:sp>
      <p:sp>
        <p:nvSpPr>
          <p:cNvPr id="13" name="Picture Placeholder 14">
            <a:extLst>
              <a:ext uri="{FF2B5EF4-FFF2-40B4-BE49-F238E27FC236}">
                <a16:creationId xmlns:a16="http://schemas.microsoft.com/office/drawing/2014/main" id="{B1D217B3-A93E-1105-52D4-A2BC7A46BC3C}"/>
              </a:ext>
            </a:extLst>
          </p:cNvPr>
          <p:cNvSpPr>
            <a:spLocks noGrp="1"/>
          </p:cNvSpPr>
          <p:nvPr>
            <p:ph type="pic" sz="quarter" idx="10"/>
          </p:nvPr>
        </p:nvSpPr>
        <p:spPr>
          <a:xfrm>
            <a:off x="2301" y="1"/>
            <a:ext cx="4611462" cy="4551117"/>
          </a:xfrm>
          <a:custGeom>
            <a:avLst/>
            <a:gdLst>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0 w 9061155"/>
              <a:gd name="connsiteY7" fmla="*/ 19423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4449693 w 9061155"/>
              <a:gd name="connsiteY5" fmla="*/ 45384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5191279"/>
              <a:gd name="connsiteX1" fmla="*/ 7118829 w 9061155"/>
              <a:gd name="connsiteY1" fmla="*/ 0 h 5191279"/>
              <a:gd name="connsiteX2" fmla="*/ 9061155 w 9061155"/>
              <a:gd name="connsiteY2" fmla="*/ 1942326 h 5191279"/>
              <a:gd name="connsiteX3" fmla="*/ 9061155 w 9061155"/>
              <a:gd name="connsiteY3" fmla="*/ 4330524 h 5191279"/>
              <a:gd name="connsiteX4" fmla="*/ 8840562 w 9061155"/>
              <a:gd name="connsiteY4" fmla="*/ 4551117 h 5191279"/>
              <a:gd name="connsiteX5" fmla="*/ 4449693 w 9061155"/>
              <a:gd name="connsiteY5" fmla="*/ 4538417 h 5191279"/>
              <a:gd name="connsiteX6" fmla="*/ 0 w 9061155"/>
              <a:gd name="connsiteY6" fmla="*/ 4330524 h 5191279"/>
              <a:gd name="connsiteX7" fmla="*/ 1905000 w 9061155"/>
              <a:gd name="connsiteY7" fmla="*/ 1955026 h 5191279"/>
              <a:gd name="connsiteX8" fmla="*/ 1942326 w 9061155"/>
              <a:gd name="connsiteY8" fmla="*/ 0 h 5191279"/>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4449693 w 9061155"/>
              <a:gd name="connsiteY5" fmla="*/ 4538417 h 4551117"/>
              <a:gd name="connsiteX6" fmla="*/ 0 w 9061155"/>
              <a:gd name="connsiteY6" fmla="*/ 4330524 h 4551117"/>
              <a:gd name="connsiteX7" fmla="*/ 1905000 w 9061155"/>
              <a:gd name="connsiteY7" fmla="*/ 1955026 h 4551117"/>
              <a:gd name="connsiteX8" fmla="*/ 1942326 w 9061155"/>
              <a:gd name="connsiteY8" fmla="*/ 0 h 4551117"/>
              <a:gd name="connsiteX0" fmla="*/ 9669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929640 w 8085795"/>
              <a:gd name="connsiteY7" fmla="*/ 1955026 h 4551117"/>
              <a:gd name="connsiteX8" fmla="*/ 966966 w 8085795"/>
              <a:gd name="connsiteY8" fmla="*/ 0 h 4551117"/>
              <a:gd name="connsiteX0" fmla="*/ 34815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929640 w 8085795"/>
              <a:gd name="connsiteY7" fmla="*/ 1955026 h 4551117"/>
              <a:gd name="connsiteX8" fmla="*/ 3481566 w 8085795"/>
              <a:gd name="connsiteY8" fmla="*/ 0 h 4551117"/>
              <a:gd name="connsiteX0" fmla="*/ 34815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929640 w 8085795"/>
              <a:gd name="connsiteY7" fmla="*/ 1955026 h 4551117"/>
              <a:gd name="connsiteX8" fmla="*/ 3481566 w 8085795"/>
              <a:gd name="connsiteY8" fmla="*/ 0 h 4551117"/>
              <a:gd name="connsiteX0" fmla="*/ 34815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3481566 w 8085795"/>
              <a:gd name="connsiteY7" fmla="*/ 0 h 4551117"/>
              <a:gd name="connsiteX0" fmla="*/ 451391 w 5055620"/>
              <a:gd name="connsiteY0" fmla="*/ 0 h 4551117"/>
              <a:gd name="connsiteX1" fmla="*/ 3113294 w 5055620"/>
              <a:gd name="connsiteY1" fmla="*/ 0 h 4551117"/>
              <a:gd name="connsiteX2" fmla="*/ 5055620 w 5055620"/>
              <a:gd name="connsiteY2" fmla="*/ 1942326 h 4551117"/>
              <a:gd name="connsiteX3" fmla="*/ 5055620 w 5055620"/>
              <a:gd name="connsiteY3" fmla="*/ 4330524 h 4551117"/>
              <a:gd name="connsiteX4" fmla="*/ 4835027 w 5055620"/>
              <a:gd name="connsiteY4" fmla="*/ 4551117 h 4551117"/>
              <a:gd name="connsiteX5" fmla="*/ 444158 w 5055620"/>
              <a:gd name="connsiteY5" fmla="*/ 4538417 h 4551117"/>
              <a:gd name="connsiteX6" fmla="*/ 451391 w 5055620"/>
              <a:gd name="connsiteY6" fmla="*/ 0 h 4551117"/>
              <a:gd name="connsiteX0" fmla="*/ 330721 w 4934950"/>
              <a:gd name="connsiteY0" fmla="*/ 0 h 4551117"/>
              <a:gd name="connsiteX1" fmla="*/ 2992624 w 4934950"/>
              <a:gd name="connsiteY1" fmla="*/ 0 h 4551117"/>
              <a:gd name="connsiteX2" fmla="*/ 4934950 w 4934950"/>
              <a:gd name="connsiteY2" fmla="*/ 1942326 h 4551117"/>
              <a:gd name="connsiteX3" fmla="*/ 4934950 w 4934950"/>
              <a:gd name="connsiteY3" fmla="*/ 4330524 h 4551117"/>
              <a:gd name="connsiteX4" fmla="*/ 4714357 w 4934950"/>
              <a:gd name="connsiteY4" fmla="*/ 4551117 h 4551117"/>
              <a:gd name="connsiteX5" fmla="*/ 323488 w 4934950"/>
              <a:gd name="connsiteY5" fmla="*/ 4538417 h 4551117"/>
              <a:gd name="connsiteX6" fmla="*/ 330721 w 4934950"/>
              <a:gd name="connsiteY6" fmla="*/ 0 h 4551117"/>
              <a:gd name="connsiteX0" fmla="*/ 7233 w 4611462"/>
              <a:gd name="connsiteY0" fmla="*/ 0 h 4551117"/>
              <a:gd name="connsiteX1" fmla="*/ 2669136 w 4611462"/>
              <a:gd name="connsiteY1" fmla="*/ 0 h 4551117"/>
              <a:gd name="connsiteX2" fmla="*/ 4611462 w 4611462"/>
              <a:gd name="connsiteY2" fmla="*/ 1942326 h 4551117"/>
              <a:gd name="connsiteX3" fmla="*/ 4611462 w 4611462"/>
              <a:gd name="connsiteY3" fmla="*/ 4330524 h 4551117"/>
              <a:gd name="connsiteX4" fmla="*/ 4390869 w 4611462"/>
              <a:gd name="connsiteY4" fmla="*/ 4551117 h 4551117"/>
              <a:gd name="connsiteX5" fmla="*/ 0 w 4611462"/>
              <a:gd name="connsiteY5" fmla="*/ 4538417 h 4551117"/>
              <a:gd name="connsiteX6" fmla="*/ 7233 w 4611462"/>
              <a:gd name="connsiteY6" fmla="*/ 0 h 4551117"/>
              <a:gd name="connsiteX0" fmla="*/ 7233 w 4611462"/>
              <a:gd name="connsiteY0" fmla="*/ 0 h 4551117"/>
              <a:gd name="connsiteX1" fmla="*/ 2669136 w 4611462"/>
              <a:gd name="connsiteY1" fmla="*/ 0 h 4551117"/>
              <a:gd name="connsiteX2" fmla="*/ 4611462 w 4611462"/>
              <a:gd name="connsiteY2" fmla="*/ 1942326 h 4551117"/>
              <a:gd name="connsiteX3" fmla="*/ 4611462 w 4611462"/>
              <a:gd name="connsiteY3" fmla="*/ 4330524 h 4551117"/>
              <a:gd name="connsiteX4" fmla="*/ 4390869 w 4611462"/>
              <a:gd name="connsiteY4" fmla="*/ 4551117 h 4551117"/>
              <a:gd name="connsiteX5" fmla="*/ 0 w 4611462"/>
              <a:gd name="connsiteY5" fmla="*/ 4538417 h 4551117"/>
              <a:gd name="connsiteX6" fmla="*/ 7233 w 4611462"/>
              <a:gd name="connsiteY6" fmla="*/ 0 h 455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1462" h="4551117">
                <a:moveTo>
                  <a:pt x="7233" y="0"/>
                </a:moveTo>
                <a:lnTo>
                  <a:pt x="2669136" y="0"/>
                </a:lnTo>
                <a:cubicBezTo>
                  <a:pt x="3741853" y="0"/>
                  <a:pt x="4611462" y="869609"/>
                  <a:pt x="4611462" y="1942326"/>
                </a:cubicBezTo>
                <a:lnTo>
                  <a:pt x="4611462" y="4330524"/>
                </a:lnTo>
                <a:cubicBezTo>
                  <a:pt x="4611462" y="4452354"/>
                  <a:pt x="4512699" y="4551117"/>
                  <a:pt x="4390869" y="4551117"/>
                </a:cubicBezTo>
                <a:lnTo>
                  <a:pt x="0" y="4538417"/>
                </a:lnTo>
                <a:cubicBezTo>
                  <a:pt x="8534" y="3642738"/>
                  <a:pt x="4337" y="1106923"/>
                  <a:pt x="7233" y="0"/>
                </a:cubicBezTo>
                <a:close/>
              </a:path>
            </a:pathLst>
          </a:custGeom>
        </p:spPr>
        <p:txBody>
          <a:bodyPr>
            <a:normAutofit/>
          </a:bodyPr>
          <a:lstStyle>
            <a:lvl1pPr marL="0" indent="0" algn="l">
              <a:buNone/>
              <a:defRPr sz="1800">
                <a:solidFill>
                  <a:schemeClr val="bg1"/>
                </a:solidFill>
                <a:latin typeface="Poppins" panose="00000500000000000000" pitchFamily="2" charset="0"/>
                <a:cs typeface="Poppins" panose="00000500000000000000" pitchFamily="2" charset="0"/>
              </a:defRPr>
            </a:lvl1pPr>
          </a:lstStyle>
          <a:p>
            <a:endParaRPr lang="en-US"/>
          </a:p>
        </p:txBody>
      </p:sp>
    </p:spTree>
    <p:extLst>
      <p:ext uri="{BB962C8B-B14F-4D97-AF65-F5344CB8AC3E}">
        <p14:creationId xmlns:p14="http://schemas.microsoft.com/office/powerpoint/2010/main" val="8209313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2">
    <p:spTree>
      <p:nvGrpSpPr>
        <p:cNvPr id="1" name=""/>
        <p:cNvGrpSpPr/>
        <p:nvPr/>
      </p:nvGrpSpPr>
      <p:grpSpPr>
        <a:xfrm>
          <a:off x="0" y="0"/>
          <a:ext cx="0" cy="0"/>
          <a:chOff x="0" y="0"/>
          <a:chExt cx="0" cy="0"/>
        </a:xfrm>
      </p:grpSpPr>
      <p:sp>
        <p:nvSpPr>
          <p:cNvPr id="9" name="Text Placeholder 11">
            <a:extLst>
              <a:ext uri="{FF2B5EF4-FFF2-40B4-BE49-F238E27FC236}">
                <a16:creationId xmlns:a16="http://schemas.microsoft.com/office/drawing/2014/main" id="{7C4D0DBB-988A-6342-8902-0563E9803CEA}"/>
              </a:ext>
            </a:extLst>
          </p:cNvPr>
          <p:cNvSpPr>
            <a:spLocks noGrp="1"/>
          </p:cNvSpPr>
          <p:nvPr>
            <p:ph type="body" sz="quarter" idx="11" hasCustomPrompt="1"/>
          </p:nvPr>
        </p:nvSpPr>
        <p:spPr>
          <a:xfrm>
            <a:off x="5275119" y="404664"/>
            <a:ext cx="4715313" cy="497161"/>
          </a:xfrm>
          <a:prstGeom prst="rect">
            <a:avLst/>
          </a:prstGeom>
        </p:spPr>
        <p:txBody>
          <a:bodyPr>
            <a:noAutofit/>
          </a:bodyPr>
          <a:lstStyle>
            <a:lvl1pPr marL="0" indent="0">
              <a:buNone/>
              <a:defRPr sz="3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Contents title </a:t>
            </a:r>
          </a:p>
        </p:txBody>
      </p:sp>
      <p:sp>
        <p:nvSpPr>
          <p:cNvPr id="11" name="Text Placeholder 11">
            <a:extLst>
              <a:ext uri="{FF2B5EF4-FFF2-40B4-BE49-F238E27FC236}">
                <a16:creationId xmlns:a16="http://schemas.microsoft.com/office/drawing/2014/main" id="{BAD27DD2-BE62-DA40-8EBD-559298C56286}"/>
              </a:ext>
            </a:extLst>
          </p:cNvPr>
          <p:cNvSpPr>
            <a:spLocks noGrp="1"/>
          </p:cNvSpPr>
          <p:nvPr>
            <p:ph type="body" sz="quarter" idx="12" hasCustomPrompt="1"/>
          </p:nvPr>
        </p:nvSpPr>
        <p:spPr>
          <a:xfrm>
            <a:off x="6012873" y="1539489"/>
            <a:ext cx="4014180" cy="289311"/>
          </a:xfrm>
          <a:prstGeom prst="rect">
            <a:avLst/>
          </a:prstGeom>
        </p:spPr>
        <p:txBody>
          <a:bodyPr>
            <a:noAutofit/>
          </a:bodyPr>
          <a:lstStyle>
            <a:lvl1pPr marL="0" indent="0">
              <a:buFont typeface="Arial" panose="020B0604020202020204" pitchFamily="34" charset="0"/>
              <a:buNone/>
              <a:defRPr sz="2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Content chapter</a:t>
            </a:r>
          </a:p>
        </p:txBody>
      </p:sp>
      <p:sp>
        <p:nvSpPr>
          <p:cNvPr id="21" name="Text Placeholder 11">
            <a:extLst>
              <a:ext uri="{FF2B5EF4-FFF2-40B4-BE49-F238E27FC236}">
                <a16:creationId xmlns:a16="http://schemas.microsoft.com/office/drawing/2014/main" id="{1254454E-2B5C-B046-98EC-9A0A923749AA}"/>
              </a:ext>
            </a:extLst>
          </p:cNvPr>
          <p:cNvSpPr>
            <a:spLocks noGrp="1"/>
          </p:cNvSpPr>
          <p:nvPr>
            <p:ph type="body" sz="quarter" idx="15" hasCustomPrompt="1"/>
          </p:nvPr>
        </p:nvSpPr>
        <p:spPr>
          <a:xfrm>
            <a:off x="6012873" y="2882868"/>
            <a:ext cx="4014180" cy="289311"/>
          </a:xfrm>
          <a:prstGeom prst="rect">
            <a:avLst/>
          </a:prstGeom>
        </p:spPr>
        <p:txBody>
          <a:bodyPr>
            <a:noAutofit/>
          </a:bodyPr>
          <a:lstStyle>
            <a:lvl1pPr marL="0" indent="0">
              <a:buFont typeface="Arial" panose="020B0604020202020204" pitchFamily="34" charset="0"/>
              <a:buNone/>
              <a:defRPr sz="2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Content chapter</a:t>
            </a:r>
          </a:p>
        </p:txBody>
      </p:sp>
      <p:pic>
        <p:nvPicPr>
          <p:cNvPr id="38" name="Picture 37">
            <a:extLst>
              <a:ext uri="{FF2B5EF4-FFF2-40B4-BE49-F238E27FC236}">
                <a16:creationId xmlns:a16="http://schemas.microsoft.com/office/drawing/2014/main" id="{2B25C514-5CFA-FD4E-BB21-038E4D8FF8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436918"/>
            <a:ext cx="4613763" cy="2421083"/>
          </a:xfrm>
          <a:prstGeom prst="rect">
            <a:avLst/>
          </a:prstGeom>
        </p:spPr>
      </p:pic>
      <p:sp>
        <p:nvSpPr>
          <p:cNvPr id="45" name="Text Placeholder 11">
            <a:extLst>
              <a:ext uri="{FF2B5EF4-FFF2-40B4-BE49-F238E27FC236}">
                <a16:creationId xmlns:a16="http://schemas.microsoft.com/office/drawing/2014/main" id="{AB826CD5-5C92-B242-BB8B-DD1F5772801E}"/>
              </a:ext>
            </a:extLst>
          </p:cNvPr>
          <p:cNvSpPr>
            <a:spLocks noGrp="1"/>
          </p:cNvSpPr>
          <p:nvPr>
            <p:ph type="body" sz="quarter" idx="26" hasCustomPrompt="1"/>
          </p:nvPr>
        </p:nvSpPr>
        <p:spPr>
          <a:xfrm>
            <a:off x="5275119" y="1539489"/>
            <a:ext cx="747051" cy="289311"/>
          </a:xfrm>
          <a:prstGeom prst="rect">
            <a:avLst/>
          </a:prstGeom>
        </p:spPr>
        <p:txBody>
          <a:bodyPr>
            <a:noAutofit/>
          </a:bodyPr>
          <a:lstStyle>
            <a:lvl1pPr marL="0" indent="0">
              <a:buFont typeface="Arial" panose="020B0604020202020204" pitchFamily="34" charset="0"/>
              <a:buNone/>
              <a:defRPr sz="2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46" name="Text Placeholder 11">
            <a:extLst>
              <a:ext uri="{FF2B5EF4-FFF2-40B4-BE49-F238E27FC236}">
                <a16:creationId xmlns:a16="http://schemas.microsoft.com/office/drawing/2014/main" id="{9A813DF2-0556-7B4C-A30B-8A7253CE587F}"/>
              </a:ext>
            </a:extLst>
          </p:cNvPr>
          <p:cNvSpPr>
            <a:spLocks noGrp="1"/>
          </p:cNvSpPr>
          <p:nvPr>
            <p:ph type="body" sz="quarter" idx="27" hasCustomPrompt="1"/>
          </p:nvPr>
        </p:nvSpPr>
        <p:spPr>
          <a:xfrm>
            <a:off x="5275119" y="2881839"/>
            <a:ext cx="747051" cy="289311"/>
          </a:xfrm>
          <a:prstGeom prst="rect">
            <a:avLst/>
          </a:prstGeom>
        </p:spPr>
        <p:txBody>
          <a:bodyPr>
            <a:noAutofit/>
          </a:bodyPr>
          <a:lstStyle>
            <a:lvl1pPr marL="0" indent="0">
              <a:buFont typeface="Arial" panose="020B0604020202020204" pitchFamily="34" charset="0"/>
              <a:buNone/>
              <a:defRPr sz="2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02</a:t>
            </a:r>
          </a:p>
        </p:txBody>
      </p:sp>
      <p:sp>
        <p:nvSpPr>
          <p:cNvPr id="10" name="Text Placeholder 11">
            <a:extLst>
              <a:ext uri="{FF2B5EF4-FFF2-40B4-BE49-F238E27FC236}">
                <a16:creationId xmlns:a16="http://schemas.microsoft.com/office/drawing/2014/main" id="{55C52EF6-7A1A-948C-942C-0339E091A77F}"/>
              </a:ext>
            </a:extLst>
          </p:cNvPr>
          <p:cNvSpPr>
            <a:spLocks noGrp="1"/>
          </p:cNvSpPr>
          <p:nvPr>
            <p:ph type="body" sz="quarter" idx="14" hasCustomPrompt="1"/>
          </p:nvPr>
        </p:nvSpPr>
        <p:spPr>
          <a:xfrm>
            <a:off x="6022170" y="1896175"/>
            <a:ext cx="3118585" cy="810811"/>
          </a:xfrm>
          <a:prstGeom prst="rect">
            <a:avLst/>
          </a:prstGeom>
        </p:spPr>
        <p:txBody>
          <a:bodyPr>
            <a:noAutofit/>
          </a:bodyPr>
          <a:lstStyle>
            <a:lvl1pPr marL="285750" indent="-285750">
              <a:lnSpc>
                <a:spcPct val="110000"/>
              </a:lnSpc>
              <a:spcBef>
                <a:spcPts val="0"/>
              </a:spcBef>
              <a:buFontTx/>
              <a:buBlip>
                <a:blip r:embed="rId3"/>
              </a:buBlip>
              <a:defRPr sz="15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Sub-content 01</a:t>
            </a:r>
          </a:p>
          <a:p>
            <a:pPr lvl="0"/>
            <a:r>
              <a:rPr lang="en-GB"/>
              <a:t>Sub-content 02</a:t>
            </a:r>
          </a:p>
          <a:p>
            <a:pPr lvl="0"/>
            <a:r>
              <a:rPr lang="en-GB"/>
              <a:t>Sub-content 03</a:t>
            </a:r>
          </a:p>
        </p:txBody>
      </p:sp>
      <p:sp>
        <p:nvSpPr>
          <p:cNvPr id="14" name="Picture Placeholder 14">
            <a:extLst>
              <a:ext uri="{FF2B5EF4-FFF2-40B4-BE49-F238E27FC236}">
                <a16:creationId xmlns:a16="http://schemas.microsoft.com/office/drawing/2014/main" id="{49448C27-4172-973B-4F33-BCE2BB9A8F47}"/>
              </a:ext>
            </a:extLst>
          </p:cNvPr>
          <p:cNvSpPr>
            <a:spLocks noGrp="1"/>
          </p:cNvSpPr>
          <p:nvPr>
            <p:ph type="pic" sz="quarter" idx="10"/>
          </p:nvPr>
        </p:nvSpPr>
        <p:spPr>
          <a:xfrm>
            <a:off x="2301" y="1"/>
            <a:ext cx="4611462" cy="4551117"/>
          </a:xfrm>
          <a:custGeom>
            <a:avLst/>
            <a:gdLst>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0 w 9061155"/>
              <a:gd name="connsiteY7" fmla="*/ 19423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220593 w 9061155"/>
              <a:gd name="connsiteY5" fmla="*/ 45511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4449693 w 9061155"/>
              <a:gd name="connsiteY5" fmla="*/ 4538417 h 4551117"/>
              <a:gd name="connsiteX6" fmla="*/ 0 w 9061155"/>
              <a:gd name="connsiteY6" fmla="*/ 4330524 h 4551117"/>
              <a:gd name="connsiteX7" fmla="*/ 1905000 w 9061155"/>
              <a:gd name="connsiteY7" fmla="*/ 1955026 h 4551117"/>
              <a:gd name="connsiteX8" fmla="*/ 1942326 w 9061155"/>
              <a:gd name="connsiteY8" fmla="*/ 0 h 4551117"/>
              <a:gd name="connsiteX0" fmla="*/ 1942326 w 9061155"/>
              <a:gd name="connsiteY0" fmla="*/ 0 h 5191279"/>
              <a:gd name="connsiteX1" fmla="*/ 7118829 w 9061155"/>
              <a:gd name="connsiteY1" fmla="*/ 0 h 5191279"/>
              <a:gd name="connsiteX2" fmla="*/ 9061155 w 9061155"/>
              <a:gd name="connsiteY2" fmla="*/ 1942326 h 5191279"/>
              <a:gd name="connsiteX3" fmla="*/ 9061155 w 9061155"/>
              <a:gd name="connsiteY3" fmla="*/ 4330524 h 5191279"/>
              <a:gd name="connsiteX4" fmla="*/ 8840562 w 9061155"/>
              <a:gd name="connsiteY4" fmla="*/ 4551117 h 5191279"/>
              <a:gd name="connsiteX5" fmla="*/ 4449693 w 9061155"/>
              <a:gd name="connsiteY5" fmla="*/ 4538417 h 5191279"/>
              <a:gd name="connsiteX6" fmla="*/ 0 w 9061155"/>
              <a:gd name="connsiteY6" fmla="*/ 4330524 h 5191279"/>
              <a:gd name="connsiteX7" fmla="*/ 1905000 w 9061155"/>
              <a:gd name="connsiteY7" fmla="*/ 1955026 h 5191279"/>
              <a:gd name="connsiteX8" fmla="*/ 1942326 w 9061155"/>
              <a:gd name="connsiteY8" fmla="*/ 0 h 5191279"/>
              <a:gd name="connsiteX0" fmla="*/ 1942326 w 9061155"/>
              <a:gd name="connsiteY0" fmla="*/ 0 h 4551117"/>
              <a:gd name="connsiteX1" fmla="*/ 7118829 w 9061155"/>
              <a:gd name="connsiteY1" fmla="*/ 0 h 4551117"/>
              <a:gd name="connsiteX2" fmla="*/ 9061155 w 9061155"/>
              <a:gd name="connsiteY2" fmla="*/ 1942326 h 4551117"/>
              <a:gd name="connsiteX3" fmla="*/ 9061155 w 9061155"/>
              <a:gd name="connsiteY3" fmla="*/ 4330524 h 4551117"/>
              <a:gd name="connsiteX4" fmla="*/ 8840562 w 9061155"/>
              <a:gd name="connsiteY4" fmla="*/ 4551117 h 4551117"/>
              <a:gd name="connsiteX5" fmla="*/ 4449693 w 9061155"/>
              <a:gd name="connsiteY5" fmla="*/ 4538417 h 4551117"/>
              <a:gd name="connsiteX6" fmla="*/ 0 w 9061155"/>
              <a:gd name="connsiteY6" fmla="*/ 4330524 h 4551117"/>
              <a:gd name="connsiteX7" fmla="*/ 1905000 w 9061155"/>
              <a:gd name="connsiteY7" fmla="*/ 1955026 h 4551117"/>
              <a:gd name="connsiteX8" fmla="*/ 1942326 w 9061155"/>
              <a:gd name="connsiteY8" fmla="*/ 0 h 4551117"/>
              <a:gd name="connsiteX0" fmla="*/ 9669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929640 w 8085795"/>
              <a:gd name="connsiteY7" fmla="*/ 1955026 h 4551117"/>
              <a:gd name="connsiteX8" fmla="*/ 966966 w 8085795"/>
              <a:gd name="connsiteY8" fmla="*/ 0 h 4551117"/>
              <a:gd name="connsiteX0" fmla="*/ 34815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929640 w 8085795"/>
              <a:gd name="connsiteY7" fmla="*/ 1955026 h 4551117"/>
              <a:gd name="connsiteX8" fmla="*/ 3481566 w 8085795"/>
              <a:gd name="connsiteY8" fmla="*/ 0 h 4551117"/>
              <a:gd name="connsiteX0" fmla="*/ 34815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929640 w 8085795"/>
              <a:gd name="connsiteY7" fmla="*/ 1955026 h 4551117"/>
              <a:gd name="connsiteX8" fmla="*/ 3481566 w 8085795"/>
              <a:gd name="connsiteY8" fmla="*/ 0 h 4551117"/>
              <a:gd name="connsiteX0" fmla="*/ 3481566 w 8085795"/>
              <a:gd name="connsiteY0" fmla="*/ 0 h 4551117"/>
              <a:gd name="connsiteX1" fmla="*/ 6143469 w 8085795"/>
              <a:gd name="connsiteY1" fmla="*/ 0 h 4551117"/>
              <a:gd name="connsiteX2" fmla="*/ 8085795 w 8085795"/>
              <a:gd name="connsiteY2" fmla="*/ 1942326 h 4551117"/>
              <a:gd name="connsiteX3" fmla="*/ 8085795 w 8085795"/>
              <a:gd name="connsiteY3" fmla="*/ 4330524 h 4551117"/>
              <a:gd name="connsiteX4" fmla="*/ 7865202 w 8085795"/>
              <a:gd name="connsiteY4" fmla="*/ 4551117 h 4551117"/>
              <a:gd name="connsiteX5" fmla="*/ 3474333 w 8085795"/>
              <a:gd name="connsiteY5" fmla="*/ 4538417 h 4551117"/>
              <a:gd name="connsiteX6" fmla="*/ 0 w 8085795"/>
              <a:gd name="connsiteY6" fmla="*/ 3888564 h 4551117"/>
              <a:gd name="connsiteX7" fmla="*/ 3481566 w 8085795"/>
              <a:gd name="connsiteY7" fmla="*/ 0 h 4551117"/>
              <a:gd name="connsiteX0" fmla="*/ 451391 w 5055620"/>
              <a:gd name="connsiteY0" fmla="*/ 0 h 4551117"/>
              <a:gd name="connsiteX1" fmla="*/ 3113294 w 5055620"/>
              <a:gd name="connsiteY1" fmla="*/ 0 h 4551117"/>
              <a:gd name="connsiteX2" fmla="*/ 5055620 w 5055620"/>
              <a:gd name="connsiteY2" fmla="*/ 1942326 h 4551117"/>
              <a:gd name="connsiteX3" fmla="*/ 5055620 w 5055620"/>
              <a:gd name="connsiteY3" fmla="*/ 4330524 h 4551117"/>
              <a:gd name="connsiteX4" fmla="*/ 4835027 w 5055620"/>
              <a:gd name="connsiteY4" fmla="*/ 4551117 h 4551117"/>
              <a:gd name="connsiteX5" fmla="*/ 444158 w 5055620"/>
              <a:gd name="connsiteY5" fmla="*/ 4538417 h 4551117"/>
              <a:gd name="connsiteX6" fmla="*/ 451391 w 5055620"/>
              <a:gd name="connsiteY6" fmla="*/ 0 h 4551117"/>
              <a:gd name="connsiteX0" fmla="*/ 330721 w 4934950"/>
              <a:gd name="connsiteY0" fmla="*/ 0 h 4551117"/>
              <a:gd name="connsiteX1" fmla="*/ 2992624 w 4934950"/>
              <a:gd name="connsiteY1" fmla="*/ 0 h 4551117"/>
              <a:gd name="connsiteX2" fmla="*/ 4934950 w 4934950"/>
              <a:gd name="connsiteY2" fmla="*/ 1942326 h 4551117"/>
              <a:gd name="connsiteX3" fmla="*/ 4934950 w 4934950"/>
              <a:gd name="connsiteY3" fmla="*/ 4330524 h 4551117"/>
              <a:gd name="connsiteX4" fmla="*/ 4714357 w 4934950"/>
              <a:gd name="connsiteY4" fmla="*/ 4551117 h 4551117"/>
              <a:gd name="connsiteX5" fmla="*/ 323488 w 4934950"/>
              <a:gd name="connsiteY5" fmla="*/ 4538417 h 4551117"/>
              <a:gd name="connsiteX6" fmla="*/ 330721 w 4934950"/>
              <a:gd name="connsiteY6" fmla="*/ 0 h 4551117"/>
              <a:gd name="connsiteX0" fmla="*/ 7233 w 4611462"/>
              <a:gd name="connsiteY0" fmla="*/ 0 h 4551117"/>
              <a:gd name="connsiteX1" fmla="*/ 2669136 w 4611462"/>
              <a:gd name="connsiteY1" fmla="*/ 0 h 4551117"/>
              <a:gd name="connsiteX2" fmla="*/ 4611462 w 4611462"/>
              <a:gd name="connsiteY2" fmla="*/ 1942326 h 4551117"/>
              <a:gd name="connsiteX3" fmla="*/ 4611462 w 4611462"/>
              <a:gd name="connsiteY3" fmla="*/ 4330524 h 4551117"/>
              <a:gd name="connsiteX4" fmla="*/ 4390869 w 4611462"/>
              <a:gd name="connsiteY4" fmla="*/ 4551117 h 4551117"/>
              <a:gd name="connsiteX5" fmla="*/ 0 w 4611462"/>
              <a:gd name="connsiteY5" fmla="*/ 4538417 h 4551117"/>
              <a:gd name="connsiteX6" fmla="*/ 7233 w 4611462"/>
              <a:gd name="connsiteY6" fmla="*/ 0 h 4551117"/>
              <a:gd name="connsiteX0" fmla="*/ 7233 w 4611462"/>
              <a:gd name="connsiteY0" fmla="*/ 0 h 4551117"/>
              <a:gd name="connsiteX1" fmla="*/ 2669136 w 4611462"/>
              <a:gd name="connsiteY1" fmla="*/ 0 h 4551117"/>
              <a:gd name="connsiteX2" fmla="*/ 4611462 w 4611462"/>
              <a:gd name="connsiteY2" fmla="*/ 1942326 h 4551117"/>
              <a:gd name="connsiteX3" fmla="*/ 4611462 w 4611462"/>
              <a:gd name="connsiteY3" fmla="*/ 4330524 h 4551117"/>
              <a:gd name="connsiteX4" fmla="*/ 4390869 w 4611462"/>
              <a:gd name="connsiteY4" fmla="*/ 4551117 h 4551117"/>
              <a:gd name="connsiteX5" fmla="*/ 0 w 4611462"/>
              <a:gd name="connsiteY5" fmla="*/ 4538417 h 4551117"/>
              <a:gd name="connsiteX6" fmla="*/ 7233 w 4611462"/>
              <a:gd name="connsiteY6" fmla="*/ 0 h 455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1462" h="4551117">
                <a:moveTo>
                  <a:pt x="7233" y="0"/>
                </a:moveTo>
                <a:lnTo>
                  <a:pt x="2669136" y="0"/>
                </a:lnTo>
                <a:cubicBezTo>
                  <a:pt x="3741853" y="0"/>
                  <a:pt x="4611462" y="869609"/>
                  <a:pt x="4611462" y="1942326"/>
                </a:cubicBezTo>
                <a:lnTo>
                  <a:pt x="4611462" y="4330524"/>
                </a:lnTo>
                <a:cubicBezTo>
                  <a:pt x="4611462" y="4452354"/>
                  <a:pt x="4512699" y="4551117"/>
                  <a:pt x="4390869" y="4551117"/>
                </a:cubicBezTo>
                <a:lnTo>
                  <a:pt x="0" y="4538417"/>
                </a:lnTo>
                <a:cubicBezTo>
                  <a:pt x="8534" y="3642738"/>
                  <a:pt x="4337" y="1106923"/>
                  <a:pt x="7233" y="0"/>
                </a:cubicBezTo>
                <a:close/>
              </a:path>
            </a:pathLst>
          </a:custGeom>
        </p:spPr>
        <p:txBody>
          <a:bodyPr>
            <a:normAutofit/>
          </a:bodyPr>
          <a:lstStyle>
            <a:lvl1pPr marL="0" indent="0" algn="l">
              <a:buNone/>
              <a:defRPr sz="1800">
                <a:solidFill>
                  <a:schemeClr val="bg1"/>
                </a:solidFill>
                <a:latin typeface="Poppins" panose="00000500000000000000" pitchFamily="2" charset="0"/>
                <a:cs typeface="Poppins" panose="00000500000000000000" pitchFamily="2" charset="0"/>
              </a:defRPr>
            </a:lvl1pPr>
          </a:lstStyle>
          <a:p>
            <a:endParaRPr lang="en-US"/>
          </a:p>
        </p:txBody>
      </p:sp>
    </p:spTree>
    <p:extLst>
      <p:ext uri="{BB962C8B-B14F-4D97-AF65-F5344CB8AC3E}">
        <p14:creationId xmlns:p14="http://schemas.microsoft.com/office/powerpoint/2010/main" val="2782345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s 3">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22950F0-F837-3643-8F3C-58187D933A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2" name="TextBox 1">
            <a:extLst>
              <a:ext uri="{FF2B5EF4-FFF2-40B4-BE49-F238E27FC236}">
                <a16:creationId xmlns:a16="http://schemas.microsoft.com/office/drawing/2014/main" id="{F8FD82CE-01EC-B1CB-A6FD-FB39AAE27B82}"/>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19" name="Text Placeholder 11">
            <a:extLst>
              <a:ext uri="{FF2B5EF4-FFF2-40B4-BE49-F238E27FC236}">
                <a16:creationId xmlns:a16="http://schemas.microsoft.com/office/drawing/2014/main" id="{56F70F55-5634-E0E4-19BE-00F2336FEF37}"/>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Contents</a:t>
            </a:r>
          </a:p>
        </p:txBody>
      </p:sp>
      <p:sp>
        <p:nvSpPr>
          <p:cNvPr id="3" name="Text Placeholder 11">
            <a:extLst>
              <a:ext uri="{FF2B5EF4-FFF2-40B4-BE49-F238E27FC236}">
                <a16:creationId xmlns:a16="http://schemas.microsoft.com/office/drawing/2014/main" id="{672EBB80-A06E-419B-5D88-C52E35F08451}"/>
              </a:ext>
            </a:extLst>
          </p:cNvPr>
          <p:cNvSpPr>
            <a:spLocks noGrp="1"/>
          </p:cNvSpPr>
          <p:nvPr>
            <p:ph type="body" sz="quarter" idx="25" hasCustomPrompt="1"/>
          </p:nvPr>
        </p:nvSpPr>
        <p:spPr>
          <a:xfrm>
            <a:off x="4790591" y="1759363"/>
            <a:ext cx="572718" cy="3173121"/>
          </a:xfrm>
          <a:prstGeom prst="rect">
            <a:avLst/>
          </a:prstGeom>
        </p:spPr>
        <p:txBody>
          <a:bodyPr>
            <a:noAutofit/>
          </a:bodyPr>
          <a:lstStyle>
            <a:lvl1pPr marL="0" indent="0">
              <a:lnSpc>
                <a:spcPct val="110000"/>
              </a:lnSpc>
              <a:spcBef>
                <a:spcPts val="0"/>
              </a:spcBef>
              <a:buFont typeface="Arial" panose="020B0604020202020204" pitchFamily="34" charset="0"/>
              <a:buNone/>
              <a:defRPr sz="1500" b="1" i="0">
                <a:ln>
                  <a:noFill/>
                </a:ln>
                <a:solidFill>
                  <a:srgbClr val="1C46C0"/>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6" name="Text Placeholder 11">
            <a:extLst>
              <a:ext uri="{FF2B5EF4-FFF2-40B4-BE49-F238E27FC236}">
                <a16:creationId xmlns:a16="http://schemas.microsoft.com/office/drawing/2014/main" id="{B202B306-D134-FDA1-EFFA-1473A26ED448}"/>
              </a:ext>
            </a:extLst>
          </p:cNvPr>
          <p:cNvSpPr>
            <a:spLocks noGrp="1"/>
          </p:cNvSpPr>
          <p:nvPr>
            <p:ph type="body" sz="quarter" idx="28" hasCustomPrompt="1"/>
          </p:nvPr>
        </p:nvSpPr>
        <p:spPr>
          <a:xfrm>
            <a:off x="9885486" y="1759363"/>
            <a:ext cx="572718" cy="3173121"/>
          </a:xfrm>
          <a:prstGeom prst="rect">
            <a:avLst/>
          </a:prstGeom>
        </p:spPr>
        <p:txBody>
          <a:bodyPr>
            <a:noAutofit/>
          </a:bodyPr>
          <a:lstStyle>
            <a:lvl1pPr marL="0" indent="0">
              <a:lnSpc>
                <a:spcPct val="110000"/>
              </a:lnSpc>
              <a:spcBef>
                <a:spcPts val="0"/>
              </a:spcBef>
              <a:buFont typeface="Arial" panose="020B0604020202020204" pitchFamily="34" charset="0"/>
              <a:buNone/>
              <a:defRPr sz="1500" b="1" i="0">
                <a:ln>
                  <a:noFill/>
                </a:ln>
                <a:solidFill>
                  <a:srgbClr val="1C46C0"/>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09</a:t>
            </a:r>
          </a:p>
        </p:txBody>
      </p:sp>
      <p:pic>
        <p:nvPicPr>
          <p:cNvPr id="7" name="Picture 6" descr="The Open University Logo">
            <a:extLst>
              <a:ext uri="{FF2B5EF4-FFF2-40B4-BE49-F238E27FC236}">
                <a16:creationId xmlns:a16="http://schemas.microsoft.com/office/drawing/2014/main" id="{E4D12D21-2F9E-2846-20E0-F0307CE08212}"/>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B2C029B1-D3AF-4207-4861-9E36D8537EA9}"/>
              </a:ext>
            </a:extLst>
          </p:cNvPr>
          <p:cNvSpPr>
            <a:spLocks noGrp="1"/>
          </p:cNvSpPr>
          <p:nvPr>
            <p:ph type="body" sz="quarter" idx="14" hasCustomPrompt="1"/>
          </p:nvPr>
        </p:nvSpPr>
        <p:spPr>
          <a:xfrm>
            <a:off x="1001105" y="1759363"/>
            <a:ext cx="3691545" cy="3173122"/>
          </a:xfrm>
          <a:prstGeom prst="rect">
            <a:avLst/>
          </a:prstGeom>
        </p:spPr>
        <p:txBody>
          <a:bodyPr>
            <a:noAutofit/>
          </a:bodyPr>
          <a:lstStyle>
            <a:lvl1pPr marL="0" indent="0">
              <a:lnSpc>
                <a:spcPct val="110000"/>
              </a:lnSpc>
              <a:spcBef>
                <a:spcPts val="0"/>
              </a:spcBef>
              <a:buFont typeface="Arial" panose="020B0604020202020204" pitchFamily="34" charset="0"/>
              <a:buNone/>
              <a:tabLst>
                <a:tab pos="360363" algn="l"/>
              </a:tabLst>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name:</a:t>
            </a:r>
          </a:p>
          <a:p>
            <a:pPr lvl="0"/>
            <a:r>
              <a:rPr lang="en-GB"/>
              <a:t>		</a:t>
            </a:r>
          </a:p>
        </p:txBody>
      </p:sp>
      <p:sp>
        <p:nvSpPr>
          <p:cNvPr id="8" name="Text Placeholder 11">
            <a:extLst>
              <a:ext uri="{FF2B5EF4-FFF2-40B4-BE49-F238E27FC236}">
                <a16:creationId xmlns:a16="http://schemas.microsoft.com/office/drawing/2014/main" id="{3A7EBA30-5646-79F7-5FE5-811E66D70361}"/>
              </a:ext>
            </a:extLst>
          </p:cNvPr>
          <p:cNvSpPr>
            <a:spLocks noGrp="1"/>
          </p:cNvSpPr>
          <p:nvPr>
            <p:ph type="body" sz="quarter" idx="27" hasCustomPrompt="1"/>
          </p:nvPr>
        </p:nvSpPr>
        <p:spPr>
          <a:xfrm>
            <a:off x="6096000" y="1759363"/>
            <a:ext cx="3691545" cy="3173122"/>
          </a:xfrm>
          <a:prstGeom prst="rect">
            <a:avLst/>
          </a:prstGeom>
        </p:spPr>
        <p:txBody>
          <a:bodyPr>
            <a:noAutofit/>
          </a:bodyPr>
          <a:lstStyle>
            <a:lvl1pPr marL="0" indent="0">
              <a:lnSpc>
                <a:spcPct val="110000"/>
              </a:lnSpc>
              <a:spcBef>
                <a:spcPts val="0"/>
              </a:spcBef>
              <a:buFont typeface="Arial" panose="020B0604020202020204" pitchFamily="34" charset="0"/>
              <a:buNone/>
              <a:tabLst>
                <a:tab pos="360363" algn="l"/>
              </a:tabLst>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name:</a:t>
            </a:r>
          </a:p>
          <a:p>
            <a:pPr lvl="0"/>
            <a:r>
              <a:rPr lang="en-GB"/>
              <a:t>	</a:t>
            </a:r>
          </a:p>
        </p:txBody>
      </p:sp>
    </p:spTree>
    <p:extLst>
      <p:ext uri="{BB962C8B-B14F-4D97-AF65-F5344CB8AC3E}">
        <p14:creationId xmlns:p14="http://schemas.microsoft.com/office/powerpoint/2010/main" val="3643036190"/>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Title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5999" y="0"/>
            <a:ext cx="15272609" cy="5097770"/>
          </a:xfrm>
          <a:prstGeom prst="round2SameRect">
            <a:avLst>
              <a:gd name="adj1" fmla="val 42678"/>
              <a:gd name="adj2" fmla="val 4847"/>
            </a:avLst>
          </a:prstGeom>
        </p:spPr>
        <p:txBody>
          <a:bodyPr>
            <a:noAutofit/>
          </a:bodyPr>
          <a:lstStyle>
            <a:lvl1pPr>
              <a:defRPr>
                <a:solidFill>
                  <a:schemeClr val="bg1"/>
                </a:solidFill>
                <a:latin typeface="Poppins" panose="00000500000000000000" pitchFamily="2" charset="0"/>
              </a:defRPr>
            </a:lvl1pPr>
          </a:lstStyle>
          <a:p>
            <a:endParaRPr lang="en-US"/>
          </a:p>
        </p:txBody>
      </p:sp>
      <p:pic>
        <p:nvPicPr>
          <p:cNvPr id="3" name="Picture 2">
            <a:extLst>
              <a:ext uri="{FF2B5EF4-FFF2-40B4-BE49-F238E27FC236}">
                <a16:creationId xmlns:a16="http://schemas.microsoft.com/office/drawing/2014/main" id="{331C3DB8-28FE-CD4A-AC01-87EE1020C5A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097770"/>
            <a:ext cx="10492353" cy="1760230"/>
          </a:xfrm>
          <a:prstGeom prst="rect">
            <a:avLst/>
          </a:prstGeom>
        </p:spPr>
      </p:pic>
      <p:sp>
        <p:nvSpPr>
          <p:cNvPr id="14" name="Text Placeholder 11">
            <a:extLst>
              <a:ext uri="{FF2B5EF4-FFF2-40B4-BE49-F238E27FC236}">
                <a16:creationId xmlns:a16="http://schemas.microsoft.com/office/drawing/2014/main" id="{43F6853B-E929-F241-91D8-856D67E458D0}"/>
              </a:ext>
            </a:extLst>
          </p:cNvPr>
          <p:cNvSpPr>
            <a:spLocks noGrp="1"/>
          </p:cNvSpPr>
          <p:nvPr>
            <p:ph type="body" sz="quarter" idx="13" hasCustomPrompt="1"/>
          </p:nvPr>
        </p:nvSpPr>
        <p:spPr>
          <a:xfrm>
            <a:off x="10492353" y="5596325"/>
            <a:ext cx="1699647" cy="763797"/>
          </a:xfrm>
          <a:prstGeom prst="rect">
            <a:avLst/>
          </a:prstGeom>
        </p:spPr>
        <p:txBody>
          <a:bodyPr>
            <a:noAutofit/>
          </a:bodyPr>
          <a:lstStyle>
            <a:lvl1pPr marL="0" indent="0" algn="ctr">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12" name="Text Placeholder 11">
            <a:extLst>
              <a:ext uri="{FF2B5EF4-FFF2-40B4-BE49-F238E27FC236}">
                <a16:creationId xmlns:a16="http://schemas.microsoft.com/office/drawing/2014/main" id="{1E390F52-05CD-A068-38A6-49F5DCC4B278}"/>
              </a:ext>
            </a:extLst>
          </p:cNvPr>
          <p:cNvSpPr>
            <a:spLocks noGrp="1"/>
          </p:cNvSpPr>
          <p:nvPr>
            <p:ph type="body" sz="quarter" idx="11" hasCustomPrompt="1"/>
          </p:nvPr>
        </p:nvSpPr>
        <p:spPr>
          <a:xfrm>
            <a:off x="408207" y="559121"/>
            <a:ext cx="5328592" cy="1800200"/>
          </a:xfrm>
          <a:prstGeom prst="rect">
            <a:avLst/>
          </a:prstGeo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title goes here</a:t>
            </a:r>
          </a:p>
        </p:txBody>
      </p:sp>
      <p:sp>
        <p:nvSpPr>
          <p:cNvPr id="13" name="Text Placeholder 11">
            <a:extLst>
              <a:ext uri="{FF2B5EF4-FFF2-40B4-BE49-F238E27FC236}">
                <a16:creationId xmlns:a16="http://schemas.microsoft.com/office/drawing/2014/main" id="{67792215-3EBF-8AFE-D64C-230EB77D342E}"/>
              </a:ext>
            </a:extLst>
          </p:cNvPr>
          <p:cNvSpPr>
            <a:spLocks noGrp="1"/>
          </p:cNvSpPr>
          <p:nvPr>
            <p:ph type="body" sz="quarter" idx="12" hasCustomPrompt="1"/>
          </p:nvPr>
        </p:nvSpPr>
        <p:spPr>
          <a:xfrm>
            <a:off x="408207" y="2431329"/>
            <a:ext cx="4824413" cy="2439435"/>
          </a:xfrm>
          <a:prstGeom prst="rect">
            <a:avLst/>
          </a:prstGeom>
        </p:spPr>
        <p:txBody>
          <a:bodyPr>
            <a:noAutofit/>
          </a:bodyPr>
          <a:lstStyle>
            <a:lvl1pPr marL="0" indent="0">
              <a:lnSpc>
                <a:spcPct val="110000"/>
              </a:lnSpc>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 here</a:t>
            </a:r>
          </a:p>
        </p:txBody>
      </p:sp>
    </p:spTree>
    <p:extLst>
      <p:ext uri="{BB962C8B-B14F-4D97-AF65-F5344CB8AC3E}">
        <p14:creationId xmlns:p14="http://schemas.microsoft.com/office/powerpoint/2010/main" val="403275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Title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5999" y="0"/>
            <a:ext cx="6096001" cy="5097770"/>
          </a:xfrm>
          <a:prstGeom prst="round2SameRect">
            <a:avLst>
              <a:gd name="adj1" fmla="val 42678"/>
              <a:gd name="adj2" fmla="val 4847"/>
            </a:avLst>
          </a:prstGeom>
        </p:spPr>
        <p:txBody>
          <a:bodyPr>
            <a:noAutofit/>
          </a:bodyPr>
          <a:lstStyle>
            <a:lvl1pPr>
              <a:defRPr>
                <a:solidFill>
                  <a:schemeClr val="bg1"/>
                </a:solidFill>
                <a:latin typeface="Poppins" panose="00000500000000000000" pitchFamily="2" charset="0"/>
              </a:defRPr>
            </a:lvl1pPr>
          </a:lstStyle>
          <a:p>
            <a:endParaRPr lang="en-US"/>
          </a:p>
        </p:txBody>
      </p:sp>
      <p:pic>
        <p:nvPicPr>
          <p:cNvPr id="3" name="Picture 2">
            <a:extLst>
              <a:ext uri="{FF2B5EF4-FFF2-40B4-BE49-F238E27FC236}">
                <a16:creationId xmlns:a16="http://schemas.microsoft.com/office/drawing/2014/main" id="{044E638D-6AD4-9B4C-B7A9-1F0500BFE0F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5998" y="5097770"/>
            <a:ext cx="4417181" cy="1760230"/>
          </a:xfrm>
          <a:prstGeom prst="rect">
            <a:avLst/>
          </a:prstGeom>
        </p:spPr>
      </p:pic>
      <p:sp>
        <p:nvSpPr>
          <p:cNvPr id="10" name="Text Placeholder 11">
            <a:extLst>
              <a:ext uri="{FF2B5EF4-FFF2-40B4-BE49-F238E27FC236}">
                <a16:creationId xmlns:a16="http://schemas.microsoft.com/office/drawing/2014/main" id="{258BB04F-25F0-024C-BD47-209C74A317CB}"/>
              </a:ext>
            </a:extLst>
          </p:cNvPr>
          <p:cNvSpPr>
            <a:spLocks noGrp="1"/>
          </p:cNvSpPr>
          <p:nvPr>
            <p:ph type="body" sz="quarter" idx="13" hasCustomPrompt="1"/>
          </p:nvPr>
        </p:nvSpPr>
        <p:spPr>
          <a:xfrm>
            <a:off x="10492353" y="5596325"/>
            <a:ext cx="1699647" cy="763797"/>
          </a:xfrm>
          <a:prstGeom prst="rect">
            <a:avLst/>
          </a:prstGeom>
        </p:spPr>
        <p:txBody>
          <a:bodyPr>
            <a:noAutofit/>
          </a:bodyPr>
          <a:lstStyle>
            <a:lvl1pPr marL="0" indent="0" algn="ctr">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7" name="Text Placeholder 11">
            <a:extLst>
              <a:ext uri="{FF2B5EF4-FFF2-40B4-BE49-F238E27FC236}">
                <a16:creationId xmlns:a16="http://schemas.microsoft.com/office/drawing/2014/main" id="{E36C6B16-6B0D-9EC9-CB32-E93F0F256054}"/>
              </a:ext>
            </a:extLst>
          </p:cNvPr>
          <p:cNvSpPr>
            <a:spLocks noGrp="1"/>
          </p:cNvSpPr>
          <p:nvPr>
            <p:ph type="body" sz="quarter" idx="11" hasCustomPrompt="1"/>
          </p:nvPr>
        </p:nvSpPr>
        <p:spPr>
          <a:xfrm>
            <a:off x="408207" y="559121"/>
            <a:ext cx="5328592" cy="1800200"/>
          </a:xfrm>
          <a:prstGeom prst="rect">
            <a:avLst/>
          </a:prstGeo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title goes here</a:t>
            </a:r>
          </a:p>
        </p:txBody>
      </p:sp>
      <p:sp>
        <p:nvSpPr>
          <p:cNvPr id="12" name="Text Placeholder 11">
            <a:extLst>
              <a:ext uri="{FF2B5EF4-FFF2-40B4-BE49-F238E27FC236}">
                <a16:creationId xmlns:a16="http://schemas.microsoft.com/office/drawing/2014/main" id="{5099C368-7E26-527C-B143-BDB1D5B48D60}"/>
              </a:ext>
            </a:extLst>
          </p:cNvPr>
          <p:cNvSpPr>
            <a:spLocks noGrp="1"/>
          </p:cNvSpPr>
          <p:nvPr>
            <p:ph type="body" sz="quarter" idx="12" hasCustomPrompt="1"/>
          </p:nvPr>
        </p:nvSpPr>
        <p:spPr>
          <a:xfrm>
            <a:off x="408207" y="2431329"/>
            <a:ext cx="4824413" cy="2439435"/>
          </a:xfrm>
          <a:prstGeom prst="rect">
            <a:avLst/>
          </a:prstGeom>
        </p:spPr>
        <p:txBody>
          <a:bodyPr>
            <a:noAutofit/>
          </a:bodyPr>
          <a:lstStyle>
            <a:lvl1pPr marL="0" indent="0">
              <a:lnSpc>
                <a:spcPct val="110000"/>
              </a:lnSpc>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 here</a:t>
            </a:r>
          </a:p>
        </p:txBody>
      </p:sp>
    </p:spTree>
    <p:extLst>
      <p:ext uri="{BB962C8B-B14F-4D97-AF65-F5344CB8AC3E}">
        <p14:creationId xmlns:p14="http://schemas.microsoft.com/office/powerpoint/2010/main" val="188733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Title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6000" y="0"/>
            <a:ext cx="4380854" cy="6858000"/>
          </a:xfrm>
          <a:prstGeom prst="round2SameRect">
            <a:avLst>
              <a:gd name="adj1" fmla="val 42678"/>
              <a:gd name="adj2" fmla="val 4847"/>
            </a:avLst>
          </a:prstGeom>
        </p:spPr>
        <p:txBody>
          <a:bodyPr>
            <a:noAutofit/>
          </a:bodyPr>
          <a:lstStyle>
            <a:lvl1pPr>
              <a:defRPr>
                <a:solidFill>
                  <a:schemeClr val="bg1"/>
                </a:solidFill>
                <a:latin typeface="Poppins" panose="00000500000000000000" pitchFamily="2" charset="0"/>
              </a:defRPr>
            </a:lvl1pPr>
          </a:lstStyle>
          <a:p>
            <a:endParaRPr lang="en-US"/>
          </a:p>
        </p:txBody>
      </p:sp>
      <p:pic>
        <p:nvPicPr>
          <p:cNvPr id="6" name="Picture 5">
            <a:extLst>
              <a:ext uri="{FF2B5EF4-FFF2-40B4-BE49-F238E27FC236}">
                <a16:creationId xmlns:a16="http://schemas.microsoft.com/office/drawing/2014/main" id="{19B06383-A6CB-5648-834D-B48F2370576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8761708" y="1715146"/>
            <a:ext cx="5145438" cy="1715146"/>
          </a:xfrm>
          <a:prstGeom prst="rect">
            <a:avLst/>
          </a:prstGeom>
        </p:spPr>
      </p:pic>
      <p:sp>
        <p:nvSpPr>
          <p:cNvPr id="10" name="Text Placeholder 11">
            <a:extLst>
              <a:ext uri="{FF2B5EF4-FFF2-40B4-BE49-F238E27FC236}">
                <a16:creationId xmlns:a16="http://schemas.microsoft.com/office/drawing/2014/main" id="{633B3489-D726-D446-9A29-05672FA50E51}"/>
              </a:ext>
            </a:extLst>
          </p:cNvPr>
          <p:cNvSpPr>
            <a:spLocks noGrp="1"/>
          </p:cNvSpPr>
          <p:nvPr>
            <p:ph type="body" sz="quarter" idx="13" hasCustomPrompt="1"/>
          </p:nvPr>
        </p:nvSpPr>
        <p:spPr>
          <a:xfrm>
            <a:off x="10492353" y="5596325"/>
            <a:ext cx="1699647" cy="763797"/>
          </a:xfrm>
          <a:prstGeom prst="rect">
            <a:avLst/>
          </a:prstGeom>
        </p:spPr>
        <p:txBody>
          <a:bodyPr>
            <a:noAutofit/>
          </a:bodyPr>
          <a:lstStyle>
            <a:lvl1pPr marL="0" indent="0" algn="ctr">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7" name="Text Placeholder 11">
            <a:extLst>
              <a:ext uri="{FF2B5EF4-FFF2-40B4-BE49-F238E27FC236}">
                <a16:creationId xmlns:a16="http://schemas.microsoft.com/office/drawing/2014/main" id="{6A7E64E4-287C-1FCE-9776-59EE01B2045C}"/>
              </a:ext>
            </a:extLst>
          </p:cNvPr>
          <p:cNvSpPr>
            <a:spLocks noGrp="1"/>
          </p:cNvSpPr>
          <p:nvPr>
            <p:ph type="body" sz="quarter" idx="11" hasCustomPrompt="1"/>
          </p:nvPr>
        </p:nvSpPr>
        <p:spPr>
          <a:xfrm>
            <a:off x="408207" y="559121"/>
            <a:ext cx="5328592" cy="1800200"/>
          </a:xfrm>
          <a:prstGeom prst="rect">
            <a:avLst/>
          </a:prstGeo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title goes here</a:t>
            </a:r>
          </a:p>
        </p:txBody>
      </p:sp>
      <p:sp>
        <p:nvSpPr>
          <p:cNvPr id="12" name="Text Placeholder 11">
            <a:extLst>
              <a:ext uri="{FF2B5EF4-FFF2-40B4-BE49-F238E27FC236}">
                <a16:creationId xmlns:a16="http://schemas.microsoft.com/office/drawing/2014/main" id="{62966699-83CA-1202-E4B3-09DCD56EA786}"/>
              </a:ext>
            </a:extLst>
          </p:cNvPr>
          <p:cNvSpPr>
            <a:spLocks noGrp="1"/>
          </p:cNvSpPr>
          <p:nvPr>
            <p:ph type="body" sz="quarter" idx="12" hasCustomPrompt="1"/>
          </p:nvPr>
        </p:nvSpPr>
        <p:spPr>
          <a:xfrm>
            <a:off x="408207" y="2431329"/>
            <a:ext cx="4824413" cy="2439435"/>
          </a:xfrm>
          <a:prstGeom prst="rect">
            <a:avLst/>
          </a:prstGeom>
        </p:spPr>
        <p:txBody>
          <a:bodyPr>
            <a:noAutofit/>
          </a:bodyPr>
          <a:lstStyle>
            <a:lvl1pPr marL="0" indent="0">
              <a:lnSpc>
                <a:spcPct val="110000"/>
              </a:lnSpc>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 here</a:t>
            </a:r>
          </a:p>
        </p:txBody>
      </p:sp>
    </p:spTree>
    <p:extLst>
      <p:ext uri="{BB962C8B-B14F-4D97-AF65-F5344CB8AC3E}">
        <p14:creationId xmlns:p14="http://schemas.microsoft.com/office/powerpoint/2010/main" val="14629539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Title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6001" y="1"/>
            <a:ext cx="3504968" cy="5119768"/>
          </a:xfrm>
          <a:prstGeom prst="round2SameRect">
            <a:avLst>
              <a:gd name="adj1" fmla="val 42678"/>
              <a:gd name="adj2" fmla="val 4847"/>
            </a:avLst>
          </a:prstGeom>
        </p:spPr>
        <p:txBody>
          <a:bodyPr>
            <a:noAutofit/>
          </a:bodyPr>
          <a:lstStyle>
            <a:lvl1pPr>
              <a:defRPr>
                <a:solidFill>
                  <a:schemeClr val="bg1"/>
                </a:solidFill>
                <a:latin typeface="Poppins" panose="00000500000000000000" pitchFamily="2" charset="0"/>
              </a:defRPr>
            </a:lvl1pPr>
          </a:lstStyle>
          <a:p>
            <a:endParaRPr lang="en-US"/>
          </a:p>
        </p:txBody>
      </p:sp>
      <p:pic>
        <p:nvPicPr>
          <p:cNvPr id="15" name="Picture 14">
            <a:extLst>
              <a:ext uri="{FF2B5EF4-FFF2-40B4-BE49-F238E27FC236}">
                <a16:creationId xmlns:a16="http://schemas.microsoft.com/office/drawing/2014/main" id="{D9A59EDF-990B-8A48-B3FB-ACAE78C6BE6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600969" y="0"/>
            <a:ext cx="2599267" cy="5119769"/>
          </a:xfrm>
          <a:prstGeom prst="rect">
            <a:avLst/>
          </a:prstGeom>
        </p:spPr>
      </p:pic>
      <p:sp>
        <p:nvSpPr>
          <p:cNvPr id="10" name="Text Placeholder 11">
            <a:extLst>
              <a:ext uri="{FF2B5EF4-FFF2-40B4-BE49-F238E27FC236}">
                <a16:creationId xmlns:a16="http://schemas.microsoft.com/office/drawing/2014/main" id="{8ED42EAE-A272-8E42-8B7F-417A3B4E729B}"/>
              </a:ext>
            </a:extLst>
          </p:cNvPr>
          <p:cNvSpPr>
            <a:spLocks noGrp="1"/>
          </p:cNvSpPr>
          <p:nvPr>
            <p:ph type="body" sz="quarter" idx="13" hasCustomPrompt="1"/>
          </p:nvPr>
        </p:nvSpPr>
        <p:spPr>
          <a:xfrm>
            <a:off x="10492353" y="5596325"/>
            <a:ext cx="1699647" cy="763797"/>
          </a:xfrm>
          <a:prstGeom prst="rect">
            <a:avLst/>
          </a:prstGeom>
        </p:spPr>
        <p:txBody>
          <a:bodyPr>
            <a:noAutofit/>
          </a:bodyPr>
          <a:lstStyle>
            <a:lvl1pPr marL="0" indent="0" algn="ctr">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11" name="Text Placeholder 11">
            <a:extLst>
              <a:ext uri="{FF2B5EF4-FFF2-40B4-BE49-F238E27FC236}">
                <a16:creationId xmlns:a16="http://schemas.microsoft.com/office/drawing/2014/main" id="{46C18FF0-D05E-863E-8223-ABAFDFA6D7F0}"/>
              </a:ext>
            </a:extLst>
          </p:cNvPr>
          <p:cNvSpPr>
            <a:spLocks noGrp="1"/>
          </p:cNvSpPr>
          <p:nvPr>
            <p:ph type="body" sz="quarter" idx="11" hasCustomPrompt="1"/>
          </p:nvPr>
        </p:nvSpPr>
        <p:spPr>
          <a:xfrm>
            <a:off x="408207" y="559121"/>
            <a:ext cx="5328592" cy="1800200"/>
          </a:xfrm>
          <a:prstGeom prst="rect">
            <a:avLst/>
          </a:prstGeo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title goes here</a:t>
            </a:r>
          </a:p>
        </p:txBody>
      </p:sp>
      <p:sp>
        <p:nvSpPr>
          <p:cNvPr id="12" name="Text Placeholder 11">
            <a:extLst>
              <a:ext uri="{FF2B5EF4-FFF2-40B4-BE49-F238E27FC236}">
                <a16:creationId xmlns:a16="http://schemas.microsoft.com/office/drawing/2014/main" id="{BBA3160A-FC53-80DA-EFCD-287B9BC38484}"/>
              </a:ext>
            </a:extLst>
          </p:cNvPr>
          <p:cNvSpPr>
            <a:spLocks noGrp="1"/>
          </p:cNvSpPr>
          <p:nvPr>
            <p:ph type="body" sz="quarter" idx="12" hasCustomPrompt="1"/>
          </p:nvPr>
        </p:nvSpPr>
        <p:spPr>
          <a:xfrm>
            <a:off x="408207" y="2431329"/>
            <a:ext cx="4824413" cy="2439435"/>
          </a:xfrm>
          <a:prstGeom prst="rect">
            <a:avLst/>
          </a:prstGeom>
        </p:spPr>
        <p:txBody>
          <a:bodyPr>
            <a:noAutofit/>
          </a:bodyPr>
          <a:lstStyle>
            <a:lvl1pPr marL="0" indent="0">
              <a:lnSpc>
                <a:spcPct val="110000"/>
              </a:lnSpc>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 here</a:t>
            </a:r>
          </a:p>
        </p:txBody>
      </p:sp>
    </p:spTree>
    <p:extLst>
      <p:ext uri="{BB962C8B-B14F-4D97-AF65-F5344CB8AC3E}">
        <p14:creationId xmlns:p14="http://schemas.microsoft.com/office/powerpoint/2010/main" val="33959552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Title 5">
    <p:spTree>
      <p:nvGrpSpPr>
        <p:cNvPr id="1" name=""/>
        <p:cNvGrpSpPr/>
        <p:nvPr/>
      </p:nvGrpSpPr>
      <p:grpSpPr>
        <a:xfrm>
          <a:off x="0" y="0"/>
          <a:ext cx="0" cy="0"/>
          <a:chOff x="0" y="0"/>
          <a:chExt cx="0" cy="0"/>
        </a:xfrm>
      </p:grpSpPr>
      <p:sp>
        <p:nvSpPr>
          <p:cNvPr id="10" name="Text Placeholder 11">
            <a:extLst>
              <a:ext uri="{FF2B5EF4-FFF2-40B4-BE49-F238E27FC236}">
                <a16:creationId xmlns:a16="http://schemas.microsoft.com/office/drawing/2014/main" id="{8ED42EAE-A272-8E42-8B7F-417A3B4E729B}"/>
              </a:ext>
            </a:extLst>
          </p:cNvPr>
          <p:cNvSpPr>
            <a:spLocks noGrp="1"/>
          </p:cNvSpPr>
          <p:nvPr>
            <p:ph type="body" sz="quarter" idx="13" hasCustomPrompt="1"/>
          </p:nvPr>
        </p:nvSpPr>
        <p:spPr>
          <a:xfrm>
            <a:off x="10492353" y="5596325"/>
            <a:ext cx="1699647" cy="763797"/>
          </a:xfrm>
          <a:prstGeom prst="rect">
            <a:avLst/>
          </a:prstGeom>
        </p:spPr>
        <p:txBody>
          <a:bodyPr>
            <a:noAutofit/>
          </a:bodyPr>
          <a:lstStyle>
            <a:lvl1pPr marL="0" indent="0" algn="ctr">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01</a:t>
            </a:r>
          </a:p>
        </p:txBody>
      </p:sp>
      <p:sp>
        <p:nvSpPr>
          <p:cNvPr id="11" name="Text Placeholder 11">
            <a:extLst>
              <a:ext uri="{FF2B5EF4-FFF2-40B4-BE49-F238E27FC236}">
                <a16:creationId xmlns:a16="http://schemas.microsoft.com/office/drawing/2014/main" id="{46C18FF0-D05E-863E-8223-ABAFDFA6D7F0}"/>
              </a:ext>
            </a:extLst>
          </p:cNvPr>
          <p:cNvSpPr>
            <a:spLocks noGrp="1"/>
          </p:cNvSpPr>
          <p:nvPr>
            <p:ph type="body" sz="quarter" idx="11" hasCustomPrompt="1"/>
          </p:nvPr>
        </p:nvSpPr>
        <p:spPr>
          <a:xfrm>
            <a:off x="408207" y="559121"/>
            <a:ext cx="10774418" cy="1800200"/>
          </a:xfrm>
          <a:prstGeom prst="rect">
            <a:avLst/>
          </a:prstGeo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Chapter title goes here</a:t>
            </a:r>
          </a:p>
        </p:txBody>
      </p:sp>
      <p:sp>
        <p:nvSpPr>
          <p:cNvPr id="12" name="Text Placeholder 11">
            <a:extLst>
              <a:ext uri="{FF2B5EF4-FFF2-40B4-BE49-F238E27FC236}">
                <a16:creationId xmlns:a16="http://schemas.microsoft.com/office/drawing/2014/main" id="{BBA3160A-FC53-80DA-EFCD-287B9BC38484}"/>
              </a:ext>
            </a:extLst>
          </p:cNvPr>
          <p:cNvSpPr>
            <a:spLocks noGrp="1"/>
          </p:cNvSpPr>
          <p:nvPr>
            <p:ph type="body" sz="quarter" idx="12" hasCustomPrompt="1"/>
          </p:nvPr>
        </p:nvSpPr>
        <p:spPr>
          <a:xfrm>
            <a:off x="408207" y="2431329"/>
            <a:ext cx="9754968" cy="2439435"/>
          </a:xfrm>
          <a:prstGeom prst="rect">
            <a:avLst/>
          </a:prstGeom>
        </p:spPr>
        <p:txBody>
          <a:bodyPr>
            <a:noAutofit/>
          </a:bodyPr>
          <a:lstStyle>
            <a:lvl1pPr marL="0" indent="0">
              <a:lnSpc>
                <a:spcPct val="110000"/>
              </a:lnSpc>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 here</a:t>
            </a:r>
          </a:p>
        </p:txBody>
      </p:sp>
    </p:spTree>
    <p:extLst>
      <p:ext uri="{BB962C8B-B14F-4D97-AF65-F5344CB8AC3E}">
        <p14:creationId xmlns:p14="http://schemas.microsoft.com/office/powerpoint/2010/main" val="3705628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36250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Only - White">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22950F0-F837-3643-8F3C-58187D933A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2" name="TextBox 1">
            <a:extLst>
              <a:ext uri="{FF2B5EF4-FFF2-40B4-BE49-F238E27FC236}">
                <a16:creationId xmlns:a16="http://schemas.microsoft.com/office/drawing/2014/main" id="{F8FD82CE-01EC-B1CB-A6FD-FB39AAE27B82}"/>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16" name="Text Placeholder 11">
            <a:extLst>
              <a:ext uri="{FF2B5EF4-FFF2-40B4-BE49-F238E27FC236}">
                <a16:creationId xmlns:a16="http://schemas.microsoft.com/office/drawing/2014/main" id="{7866F1F2-E6A8-97CC-9915-9A8864215B93}"/>
              </a:ext>
            </a:extLst>
          </p:cNvPr>
          <p:cNvSpPr>
            <a:spLocks noGrp="1"/>
          </p:cNvSpPr>
          <p:nvPr>
            <p:ph type="body" sz="quarter" idx="12" hasCustomPrompt="1"/>
          </p:nvPr>
        </p:nvSpPr>
        <p:spPr>
          <a:xfrm>
            <a:off x="1001105" y="1676668"/>
            <a:ext cx="9591229" cy="289311"/>
          </a:xfrm>
          <a:prstGeom prst="rect">
            <a:avLst/>
          </a:prstGeom>
        </p:spPr>
        <p:txBody>
          <a:bodyPr>
            <a:noAutofit/>
          </a:bodyPr>
          <a:lstStyle>
            <a:lvl1pPr marL="0" indent="0">
              <a:lnSpc>
                <a:spcPct val="110000"/>
              </a:lnSpc>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7" name="Text Placeholder 11">
            <a:extLst>
              <a:ext uri="{FF2B5EF4-FFF2-40B4-BE49-F238E27FC236}">
                <a16:creationId xmlns:a16="http://schemas.microsoft.com/office/drawing/2014/main" id="{769D1CE6-1539-C9FF-428F-50E945C8CFA6}"/>
              </a:ext>
            </a:extLst>
          </p:cNvPr>
          <p:cNvSpPr>
            <a:spLocks noGrp="1"/>
          </p:cNvSpPr>
          <p:nvPr>
            <p:ph type="body" sz="quarter" idx="14" hasCustomPrompt="1"/>
          </p:nvPr>
        </p:nvSpPr>
        <p:spPr>
          <a:xfrm>
            <a:off x="1001105" y="2093471"/>
            <a:ext cx="9591229" cy="496800"/>
          </a:xfrm>
          <a:prstGeom prst="rect">
            <a:avLst/>
          </a:prstGeom>
        </p:spPr>
        <p:txBody>
          <a:bodyPr>
            <a:noAutofit/>
          </a:bodyPr>
          <a:lstStyle>
            <a:lvl1pPr marL="0" indent="0">
              <a:lnSpc>
                <a:spcPct val="110000"/>
              </a:lnSpc>
              <a:spcBef>
                <a:spcPts val="0"/>
              </a:spcBef>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 as Poppins Regular.</a:t>
            </a:r>
          </a:p>
        </p:txBody>
      </p:sp>
      <p:sp>
        <p:nvSpPr>
          <p:cNvPr id="19" name="Text Placeholder 11">
            <a:extLst>
              <a:ext uri="{FF2B5EF4-FFF2-40B4-BE49-F238E27FC236}">
                <a16:creationId xmlns:a16="http://schemas.microsoft.com/office/drawing/2014/main" id="{56F70F55-5634-E0E4-19BE-00F2336FEF37}"/>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20" name="Text Placeholder 11">
            <a:extLst>
              <a:ext uri="{FF2B5EF4-FFF2-40B4-BE49-F238E27FC236}">
                <a16:creationId xmlns:a16="http://schemas.microsoft.com/office/drawing/2014/main" id="{044AAC2A-4E35-E36E-9115-E0E3D0E313EA}"/>
              </a:ext>
            </a:extLst>
          </p:cNvPr>
          <p:cNvSpPr>
            <a:spLocks noGrp="1"/>
          </p:cNvSpPr>
          <p:nvPr>
            <p:ph type="body" sz="quarter" idx="25" hasCustomPrompt="1"/>
          </p:nvPr>
        </p:nvSpPr>
        <p:spPr>
          <a:xfrm>
            <a:off x="413915" y="912168"/>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pic>
        <p:nvPicPr>
          <p:cNvPr id="7" name="Picture 6" descr="The Open University Logo">
            <a:extLst>
              <a:ext uri="{FF2B5EF4-FFF2-40B4-BE49-F238E27FC236}">
                <a16:creationId xmlns:a16="http://schemas.microsoft.com/office/drawing/2014/main" id="{1A8FBF3E-643E-C283-20B7-9D35C17A874A}"/>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3" name="Text Placeholder 11">
            <a:extLst>
              <a:ext uri="{FF2B5EF4-FFF2-40B4-BE49-F238E27FC236}">
                <a16:creationId xmlns:a16="http://schemas.microsoft.com/office/drawing/2014/main" id="{4B8435D6-0CC1-8718-167A-2904F3E65C26}"/>
              </a:ext>
            </a:extLst>
          </p:cNvPr>
          <p:cNvSpPr>
            <a:spLocks noGrp="1"/>
          </p:cNvSpPr>
          <p:nvPr>
            <p:ph type="body" sz="quarter" idx="15" hasCustomPrompt="1"/>
          </p:nvPr>
        </p:nvSpPr>
        <p:spPr>
          <a:xfrm>
            <a:off x="1001105" y="2668674"/>
            <a:ext cx="9591229" cy="1991249"/>
          </a:xfrm>
          <a:prstGeom prst="rect">
            <a:avLst/>
          </a:prstGeom>
        </p:spPr>
        <p:txBody>
          <a:bodyPr>
            <a:noAutofit/>
          </a:bodyPr>
          <a:lstStyle>
            <a:lvl1pPr marL="285750" indent="-285750">
              <a:lnSpc>
                <a:spcPct val="110000"/>
              </a:lnSpc>
              <a:spcBef>
                <a:spcPts val="0"/>
              </a:spcBef>
              <a:spcAft>
                <a:spcPts val="600"/>
              </a:spcAft>
              <a:buFontTx/>
              <a:buBlip>
                <a:blip r:embed="rId4"/>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 as Poppins Regular.</a:t>
            </a:r>
          </a:p>
        </p:txBody>
      </p:sp>
    </p:spTree>
    <p:extLst>
      <p:ext uri="{BB962C8B-B14F-4D97-AF65-F5344CB8AC3E}">
        <p14:creationId xmlns:p14="http://schemas.microsoft.com/office/powerpoint/2010/main" val="259996225"/>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Only - Blue">
    <p:bg>
      <p:bgPr>
        <a:blipFill dpi="0" rotWithShape="1">
          <a:blip r:embed="rId2" cstate="screen">
            <a:alphaModFix amt="7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22950F0-F837-3643-8F3C-58187D933A4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2" name="TextBox 1">
            <a:extLst>
              <a:ext uri="{FF2B5EF4-FFF2-40B4-BE49-F238E27FC236}">
                <a16:creationId xmlns:a16="http://schemas.microsoft.com/office/drawing/2014/main" id="{F8FD82CE-01EC-B1CB-A6FD-FB39AAE27B82}"/>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16" name="Text Placeholder 11">
            <a:extLst>
              <a:ext uri="{FF2B5EF4-FFF2-40B4-BE49-F238E27FC236}">
                <a16:creationId xmlns:a16="http://schemas.microsoft.com/office/drawing/2014/main" id="{7866F1F2-E6A8-97CC-9915-9A8864215B93}"/>
              </a:ext>
            </a:extLst>
          </p:cNvPr>
          <p:cNvSpPr>
            <a:spLocks noGrp="1"/>
          </p:cNvSpPr>
          <p:nvPr>
            <p:ph type="body" sz="quarter" idx="12" hasCustomPrompt="1"/>
          </p:nvPr>
        </p:nvSpPr>
        <p:spPr>
          <a:xfrm>
            <a:off x="1001105" y="1676668"/>
            <a:ext cx="9591229" cy="289311"/>
          </a:xfrm>
          <a:prstGeom prst="rect">
            <a:avLst/>
          </a:prstGeom>
        </p:spPr>
        <p:txBody>
          <a:bodyPr>
            <a:noAutofit/>
          </a:bodyPr>
          <a:lstStyle>
            <a:lvl1pPr marL="0" indent="0">
              <a:lnSpc>
                <a:spcPct val="110000"/>
              </a:lnSpc>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7" name="Text Placeholder 11">
            <a:extLst>
              <a:ext uri="{FF2B5EF4-FFF2-40B4-BE49-F238E27FC236}">
                <a16:creationId xmlns:a16="http://schemas.microsoft.com/office/drawing/2014/main" id="{769D1CE6-1539-C9FF-428F-50E945C8CFA6}"/>
              </a:ext>
            </a:extLst>
          </p:cNvPr>
          <p:cNvSpPr>
            <a:spLocks noGrp="1"/>
          </p:cNvSpPr>
          <p:nvPr>
            <p:ph type="body" sz="quarter" idx="14" hasCustomPrompt="1"/>
          </p:nvPr>
        </p:nvSpPr>
        <p:spPr>
          <a:xfrm>
            <a:off x="1001105" y="2093471"/>
            <a:ext cx="9591229" cy="496800"/>
          </a:xfrm>
          <a:prstGeom prst="rect">
            <a:avLst/>
          </a:prstGeom>
        </p:spPr>
        <p:txBody>
          <a:bodyPr>
            <a:noAutofit/>
          </a:bodyPr>
          <a:lstStyle>
            <a:lvl1pPr marL="0" indent="0">
              <a:lnSpc>
                <a:spcPct val="110000"/>
              </a:lnSpc>
              <a:spcBef>
                <a:spcPts val="0"/>
              </a:spcBef>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 as Poppins Regular.</a:t>
            </a:r>
          </a:p>
        </p:txBody>
      </p:sp>
      <p:sp>
        <p:nvSpPr>
          <p:cNvPr id="19" name="Text Placeholder 11">
            <a:extLst>
              <a:ext uri="{FF2B5EF4-FFF2-40B4-BE49-F238E27FC236}">
                <a16:creationId xmlns:a16="http://schemas.microsoft.com/office/drawing/2014/main" id="{56F70F55-5634-E0E4-19BE-00F2336FEF37}"/>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20" name="Text Placeholder 11">
            <a:extLst>
              <a:ext uri="{FF2B5EF4-FFF2-40B4-BE49-F238E27FC236}">
                <a16:creationId xmlns:a16="http://schemas.microsoft.com/office/drawing/2014/main" id="{044AAC2A-4E35-E36E-9115-E0E3D0E313EA}"/>
              </a:ext>
            </a:extLst>
          </p:cNvPr>
          <p:cNvSpPr>
            <a:spLocks noGrp="1"/>
          </p:cNvSpPr>
          <p:nvPr>
            <p:ph type="body" sz="quarter" idx="25" hasCustomPrompt="1"/>
          </p:nvPr>
        </p:nvSpPr>
        <p:spPr>
          <a:xfrm>
            <a:off x="413915" y="912168"/>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pic>
        <p:nvPicPr>
          <p:cNvPr id="5" name="Picture 4" descr="The Open University Logo">
            <a:extLst>
              <a:ext uri="{FF2B5EF4-FFF2-40B4-BE49-F238E27FC236}">
                <a16:creationId xmlns:a16="http://schemas.microsoft.com/office/drawing/2014/main" id="{5A176635-0D9A-318C-7E7A-70539D9E69FC}"/>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3" name="Text Placeholder 11">
            <a:extLst>
              <a:ext uri="{FF2B5EF4-FFF2-40B4-BE49-F238E27FC236}">
                <a16:creationId xmlns:a16="http://schemas.microsoft.com/office/drawing/2014/main" id="{43F1D352-AFC1-45BF-DC37-E6E2C2801A0E}"/>
              </a:ext>
            </a:extLst>
          </p:cNvPr>
          <p:cNvSpPr>
            <a:spLocks noGrp="1"/>
          </p:cNvSpPr>
          <p:nvPr>
            <p:ph type="body" sz="quarter" idx="15" hasCustomPrompt="1"/>
          </p:nvPr>
        </p:nvSpPr>
        <p:spPr>
          <a:xfrm>
            <a:off x="1001105" y="2668674"/>
            <a:ext cx="9591229" cy="1991249"/>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 as Poppins Regular.</a:t>
            </a:r>
          </a:p>
        </p:txBody>
      </p:sp>
    </p:spTree>
    <p:extLst>
      <p:ext uri="{BB962C8B-B14F-4D97-AF65-F5344CB8AC3E}">
        <p14:creationId xmlns:p14="http://schemas.microsoft.com/office/powerpoint/2010/main" val="315915414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Only - Green">
    <p:bg>
      <p:bgPr>
        <a:blipFill dpi="0" rotWithShape="1">
          <a:blip r:embed="rId2" cstate="screen">
            <a:alphaModFix amt="7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78491E11-C10D-5DDF-F581-B813FF83605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24" name="TextBox 23">
            <a:extLst>
              <a:ext uri="{FF2B5EF4-FFF2-40B4-BE49-F238E27FC236}">
                <a16:creationId xmlns:a16="http://schemas.microsoft.com/office/drawing/2014/main" id="{C2A98FA0-A729-D60A-BCD1-960B3EC6A4F8}"/>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14" name="Text Placeholder 11">
            <a:extLst>
              <a:ext uri="{FF2B5EF4-FFF2-40B4-BE49-F238E27FC236}">
                <a16:creationId xmlns:a16="http://schemas.microsoft.com/office/drawing/2014/main" id="{C48CE6A7-7BB7-C947-6B53-6E5F78A862DA}"/>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20" name="Text Placeholder 11">
            <a:extLst>
              <a:ext uri="{FF2B5EF4-FFF2-40B4-BE49-F238E27FC236}">
                <a16:creationId xmlns:a16="http://schemas.microsoft.com/office/drawing/2014/main" id="{63BDB31C-E836-A87A-D9AE-75FF184B4FAC}"/>
              </a:ext>
            </a:extLst>
          </p:cNvPr>
          <p:cNvSpPr>
            <a:spLocks noGrp="1"/>
          </p:cNvSpPr>
          <p:nvPr>
            <p:ph type="body" sz="quarter" idx="25" hasCustomPrompt="1"/>
          </p:nvPr>
        </p:nvSpPr>
        <p:spPr>
          <a:xfrm>
            <a:off x="413915" y="912168"/>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2" name="Text Placeholder 11">
            <a:extLst>
              <a:ext uri="{FF2B5EF4-FFF2-40B4-BE49-F238E27FC236}">
                <a16:creationId xmlns:a16="http://schemas.microsoft.com/office/drawing/2014/main" id="{F720CE49-261A-B18A-CA8E-F12BDA30674B}"/>
              </a:ext>
            </a:extLst>
          </p:cNvPr>
          <p:cNvSpPr>
            <a:spLocks noGrp="1"/>
          </p:cNvSpPr>
          <p:nvPr>
            <p:ph type="body" sz="quarter" idx="12" hasCustomPrompt="1"/>
          </p:nvPr>
        </p:nvSpPr>
        <p:spPr>
          <a:xfrm>
            <a:off x="1001105" y="1676668"/>
            <a:ext cx="9591229" cy="289311"/>
          </a:xfrm>
          <a:prstGeom prst="rect">
            <a:avLst/>
          </a:prstGeom>
        </p:spPr>
        <p:txBody>
          <a:bodyPr>
            <a:noAutofit/>
          </a:bodyPr>
          <a:lstStyle>
            <a:lvl1pPr marL="0" indent="0">
              <a:lnSpc>
                <a:spcPct val="110000"/>
              </a:lnSpc>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3" name="Text Placeholder 11">
            <a:extLst>
              <a:ext uri="{FF2B5EF4-FFF2-40B4-BE49-F238E27FC236}">
                <a16:creationId xmlns:a16="http://schemas.microsoft.com/office/drawing/2014/main" id="{F708842F-A283-9136-4756-08A1AAC018B6}"/>
              </a:ext>
            </a:extLst>
          </p:cNvPr>
          <p:cNvSpPr>
            <a:spLocks noGrp="1"/>
          </p:cNvSpPr>
          <p:nvPr>
            <p:ph type="body" sz="quarter" idx="14" hasCustomPrompt="1"/>
          </p:nvPr>
        </p:nvSpPr>
        <p:spPr>
          <a:xfrm>
            <a:off x="1001105" y="2093471"/>
            <a:ext cx="9591229" cy="496800"/>
          </a:xfrm>
          <a:prstGeom prst="rect">
            <a:avLst/>
          </a:prstGeom>
        </p:spPr>
        <p:txBody>
          <a:bodyPr>
            <a:noAutofit/>
          </a:bodyPr>
          <a:lstStyle>
            <a:lvl1pPr marL="0" indent="0">
              <a:lnSpc>
                <a:spcPct val="110000"/>
              </a:lnSpc>
              <a:spcBef>
                <a:spcPts val="0"/>
              </a:spcBef>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 as Poppins Regular.</a:t>
            </a:r>
          </a:p>
        </p:txBody>
      </p:sp>
      <p:pic>
        <p:nvPicPr>
          <p:cNvPr id="5" name="Picture 4" descr="The Open University Logo">
            <a:extLst>
              <a:ext uri="{FF2B5EF4-FFF2-40B4-BE49-F238E27FC236}">
                <a16:creationId xmlns:a16="http://schemas.microsoft.com/office/drawing/2014/main" id="{388B64FB-ADBB-26BD-E337-6CF096A93201}"/>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1D40E8B0-3B62-532E-CE42-A3E6FDDFDE1D}"/>
              </a:ext>
            </a:extLst>
          </p:cNvPr>
          <p:cNvSpPr>
            <a:spLocks noGrp="1"/>
          </p:cNvSpPr>
          <p:nvPr>
            <p:ph type="body" sz="quarter" idx="15" hasCustomPrompt="1"/>
          </p:nvPr>
        </p:nvSpPr>
        <p:spPr>
          <a:xfrm>
            <a:off x="1001105" y="2668674"/>
            <a:ext cx="9591229" cy="1991249"/>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 as Poppins Regular.</a:t>
            </a:r>
          </a:p>
        </p:txBody>
      </p:sp>
    </p:spTree>
    <p:extLst>
      <p:ext uri="{BB962C8B-B14F-4D97-AF65-F5344CB8AC3E}">
        <p14:creationId xmlns:p14="http://schemas.microsoft.com/office/powerpoint/2010/main" val="3736677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Only - Pink">
    <p:bg>
      <p:bgPr>
        <a:blipFill dpi="0" rotWithShape="1">
          <a:blip r:embed="rId2" cstate="screen">
            <a:alphaModFix amt="7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DC83551F-5FB0-9945-E01E-6CB9436CE2E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24" name="TextBox 23">
            <a:extLst>
              <a:ext uri="{FF2B5EF4-FFF2-40B4-BE49-F238E27FC236}">
                <a16:creationId xmlns:a16="http://schemas.microsoft.com/office/drawing/2014/main" id="{0E748C8D-C469-D474-1D97-BF5F569F543B}"/>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18" name="Text Placeholder 11">
            <a:extLst>
              <a:ext uri="{FF2B5EF4-FFF2-40B4-BE49-F238E27FC236}">
                <a16:creationId xmlns:a16="http://schemas.microsoft.com/office/drawing/2014/main" id="{81611A53-2566-911B-758A-BB85811FD9E2}"/>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9" name="Text Placeholder 11">
            <a:extLst>
              <a:ext uri="{FF2B5EF4-FFF2-40B4-BE49-F238E27FC236}">
                <a16:creationId xmlns:a16="http://schemas.microsoft.com/office/drawing/2014/main" id="{BDAAA47C-344B-A081-7D83-D9FAAD75EBF1}"/>
              </a:ext>
            </a:extLst>
          </p:cNvPr>
          <p:cNvSpPr>
            <a:spLocks noGrp="1"/>
          </p:cNvSpPr>
          <p:nvPr>
            <p:ph type="body" sz="quarter" idx="25" hasCustomPrompt="1"/>
          </p:nvPr>
        </p:nvSpPr>
        <p:spPr>
          <a:xfrm>
            <a:off x="413915" y="912168"/>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2" name="Text Placeholder 11">
            <a:extLst>
              <a:ext uri="{FF2B5EF4-FFF2-40B4-BE49-F238E27FC236}">
                <a16:creationId xmlns:a16="http://schemas.microsoft.com/office/drawing/2014/main" id="{19787C0D-6642-0E1D-6AD0-4C7F5CDD7E4A}"/>
              </a:ext>
            </a:extLst>
          </p:cNvPr>
          <p:cNvSpPr>
            <a:spLocks noGrp="1"/>
          </p:cNvSpPr>
          <p:nvPr>
            <p:ph type="body" sz="quarter" idx="12" hasCustomPrompt="1"/>
          </p:nvPr>
        </p:nvSpPr>
        <p:spPr>
          <a:xfrm>
            <a:off x="1001105" y="1676668"/>
            <a:ext cx="9591229" cy="289311"/>
          </a:xfrm>
          <a:prstGeom prst="rect">
            <a:avLst/>
          </a:prstGeom>
        </p:spPr>
        <p:txBody>
          <a:bodyPr>
            <a:noAutofit/>
          </a:bodyPr>
          <a:lstStyle>
            <a:lvl1pPr marL="0" indent="0">
              <a:lnSpc>
                <a:spcPct val="110000"/>
              </a:lnSpc>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3" name="Text Placeholder 11">
            <a:extLst>
              <a:ext uri="{FF2B5EF4-FFF2-40B4-BE49-F238E27FC236}">
                <a16:creationId xmlns:a16="http://schemas.microsoft.com/office/drawing/2014/main" id="{FE70F6A9-1F2C-B996-D2AA-A91C91158BA7}"/>
              </a:ext>
            </a:extLst>
          </p:cNvPr>
          <p:cNvSpPr>
            <a:spLocks noGrp="1"/>
          </p:cNvSpPr>
          <p:nvPr>
            <p:ph type="body" sz="quarter" idx="14" hasCustomPrompt="1"/>
          </p:nvPr>
        </p:nvSpPr>
        <p:spPr>
          <a:xfrm>
            <a:off x="1001105" y="2093471"/>
            <a:ext cx="9591229" cy="496800"/>
          </a:xfrm>
          <a:prstGeom prst="rect">
            <a:avLst/>
          </a:prstGeom>
        </p:spPr>
        <p:txBody>
          <a:bodyPr>
            <a:noAutofit/>
          </a:bodyPr>
          <a:lstStyle>
            <a:lvl1pPr marL="0" indent="0">
              <a:lnSpc>
                <a:spcPct val="110000"/>
              </a:lnSpc>
              <a:spcBef>
                <a:spcPts val="0"/>
              </a:spcBef>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 as Poppins Regular.</a:t>
            </a:r>
          </a:p>
        </p:txBody>
      </p:sp>
      <p:pic>
        <p:nvPicPr>
          <p:cNvPr id="7" name="Picture 6">
            <a:extLst>
              <a:ext uri="{FF2B5EF4-FFF2-40B4-BE49-F238E27FC236}">
                <a16:creationId xmlns:a16="http://schemas.microsoft.com/office/drawing/2014/main" id="{317DA136-F775-4E4C-35DB-866AF036B4EB}"/>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E1542C5E-68EC-8AF5-80D1-B28AD6CD2F7D}"/>
              </a:ext>
            </a:extLst>
          </p:cNvPr>
          <p:cNvSpPr>
            <a:spLocks noGrp="1"/>
          </p:cNvSpPr>
          <p:nvPr>
            <p:ph type="body" sz="quarter" idx="15" hasCustomPrompt="1"/>
          </p:nvPr>
        </p:nvSpPr>
        <p:spPr>
          <a:xfrm>
            <a:off x="1001105" y="2668674"/>
            <a:ext cx="9591229" cy="1991249"/>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 as Poppins Regular.</a:t>
            </a:r>
          </a:p>
        </p:txBody>
      </p:sp>
    </p:spTree>
    <p:extLst>
      <p:ext uri="{BB962C8B-B14F-4D97-AF65-F5344CB8AC3E}">
        <p14:creationId xmlns:p14="http://schemas.microsoft.com/office/powerpoint/2010/main" val="25393303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Only - Yellow">
    <p:bg>
      <p:bgPr>
        <a:blipFill dpi="0" rotWithShape="1">
          <a:blip r:embed="rId2" cstate="screen">
            <a:alphaModFix amt="69965"/>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C0329EC4-43A1-4C93-CC9C-F8056BDA6D4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16" name="TextBox 15">
            <a:extLst>
              <a:ext uri="{FF2B5EF4-FFF2-40B4-BE49-F238E27FC236}">
                <a16:creationId xmlns:a16="http://schemas.microsoft.com/office/drawing/2014/main" id="{2711EE3C-D327-2D36-872A-6FFDFE494240}"/>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19" name="Text Placeholder 11">
            <a:extLst>
              <a:ext uri="{FF2B5EF4-FFF2-40B4-BE49-F238E27FC236}">
                <a16:creationId xmlns:a16="http://schemas.microsoft.com/office/drawing/2014/main" id="{A411FBA2-250A-1C91-4112-94C1448712B6}"/>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20" name="Text Placeholder 11">
            <a:extLst>
              <a:ext uri="{FF2B5EF4-FFF2-40B4-BE49-F238E27FC236}">
                <a16:creationId xmlns:a16="http://schemas.microsoft.com/office/drawing/2014/main" id="{9D923CE2-295F-167C-F03F-85610416A092}"/>
              </a:ext>
            </a:extLst>
          </p:cNvPr>
          <p:cNvSpPr>
            <a:spLocks noGrp="1"/>
          </p:cNvSpPr>
          <p:nvPr>
            <p:ph type="body" sz="quarter" idx="25" hasCustomPrompt="1"/>
          </p:nvPr>
        </p:nvSpPr>
        <p:spPr>
          <a:xfrm>
            <a:off x="413915" y="912168"/>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2" name="Text Placeholder 11">
            <a:extLst>
              <a:ext uri="{FF2B5EF4-FFF2-40B4-BE49-F238E27FC236}">
                <a16:creationId xmlns:a16="http://schemas.microsoft.com/office/drawing/2014/main" id="{6EE845F2-FF2D-A9D4-3ED4-93E968473C23}"/>
              </a:ext>
            </a:extLst>
          </p:cNvPr>
          <p:cNvSpPr>
            <a:spLocks noGrp="1"/>
          </p:cNvSpPr>
          <p:nvPr>
            <p:ph type="body" sz="quarter" idx="12" hasCustomPrompt="1"/>
          </p:nvPr>
        </p:nvSpPr>
        <p:spPr>
          <a:xfrm>
            <a:off x="1001105" y="1676668"/>
            <a:ext cx="9591229" cy="289311"/>
          </a:xfrm>
          <a:prstGeom prst="rect">
            <a:avLst/>
          </a:prstGeom>
        </p:spPr>
        <p:txBody>
          <a:bodyPr>
            <a:noAutofit/>
          </a:bodyPr>
          <a:lstStyle>
            <a:lvl1pPr marL="0" indent="0">
              <a:lnSpc>
                <a:spcPct val="110000"/>
              </a:lnSpc>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3" name="Text Placeholder 11">
            <a:extLst>
              <a:ext uri="{FF2B5EF4-FFF2-40B4-BE49-F238E27FC236}">
                <a16:creationId xmlns:a16="http://schemas.microsoft.com/office/drawing/2014/main" id="{DC990BB7-CAE3-E4DB-4F60-3FD7EA815A47}"/>
              </a:ext>
            </a:extLst>
          </p:cNvPr>
          <p:cNvSpPr>
            <a:spLocks noGrp="1"/>
          </p:cNvSpPr>
          <p:nvPr>
            <p:ph type="body" sz="quarter" idx="14" hasCustomPrompt="1"/>
          </p:nvPr>
        </p:nvSpPr>
        <p:spPr>
          <a:xfrm>
            <a:off x="1001105" y="2093471"/>
            <a:ext cx="9591229" cy="496800"/>
          </a:xfrm>
          <a:prstGeom prst="rect">
            <a:avLst/>
          </a:prstGeom>
        </p:spPr>
        <p:txBody>
          <a:bodyPr>
            <a:noAutofit/>
          </a:bodyPr>
          <a:lstStyle>
            <a:lvl1pPr marL="0" indent="0">
              <a:lnSpc>
                <a:spcPct val="110000"/>
              </a:lnSpc>
              <a:spcBef>
                <a:spcPts val="0"/>
              </a:spcBef>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 as Poppins Regular.</a:t>
            </a:r>
          </a:p>
        </p:txBody>
      </p:sp>
      <p:pic>
        <p:nvPicPr>
          <p:cNvPr id="4" name="Picture 3">
            <a:extLst>
              <a:ext uri="{FF2B5EF4-FFF2-40B4-BE49-F238E27FC236}">
                <a16:creationId xmlns:a16="http://schemas.microsoft.com/office/drawing/2014/main" id="{C5C24151-A80D-7D37-B014-1E2D90CE3D12}"/>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5" name="Text Placeholder 11">
            <a:extLst>
              <a:ext uri="{FF2B5EF4-FFF2-40B4-BE49-F238E27FC236}">
                <a16:creationId xmlns:a16="http://schemas.microsoft.com/office/drawing/2014/main" id="{9FEF65C5-460E-FA21-D5A4-89B945A157BE}"/>
              </a:ext>
            </a:extLst>
          </p:cNvPr>
          <p:cNvSpPr>
            <a:spLocks noGrp="1"/>
          </p:cNvSpPr>
          <p:nvPr>
            <p:ph type="body" sz="quarter" idx="15" hasCustomPrompt="1"/>
          </p:nvPr>
        </p:nvSpPr>
        <p:spPr>
          <a:xfrm>
            <a:off x="1001105" y="2668674"/>
            <a:ext cx="9591229" cy="1991249"/>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 as Poppins Regular.</a:t>
            </a:r>
          </a:p>
        </p:txBody>
      </p:sp>
    </p:spTree>
    <p:extLst>
      <p:ext uri="{BB962C8B-B14F-4D97-AF65-F5344CB8AC3E}">
        <p14:creationId xmlns:p14="http://schemas.microsoft.com/office/powerpoint/2010/main" val="31382277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 / List - Blu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22950F0-F837-3643-8F3C-58187D933A4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31" name="TextBox 30">
            <a:extLst>
              <a:ext uri="{FF2B5EF4-FFF2-40B4-BE49-F238E27FC236}">
                <a16:creationId xmlns:a16="http://schemas.microsoft.com/office/drawing/2014/main" id="{994F0EA2-EF9D-F005-352F-0ED7ED3B654A}"/>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32" name="Text Placeholder 11">
            <a:extLst>
              <a:ext uri="{FF2B5EF4-FFF2-40B4-BE49-F238E27FC236}">
                <a16:creationId xmlns:a16="http://schemas.microsoft.com/office/drawing/2014/main" id="{67088FD3-2668-7B24-DF83-94C7E0A31C21}"/>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33" name="Text Placeholder 11">
            <a:extLst>
              <a:ext uri="{FF2B5EF4-FFF2-40B4-BE49-F238E27FC236}">
                <a16:creationId xmlns:a16="http://schemas.microsoft.com/office/drawing/2014/main" id="{C4507D10-D757-85E8-DCAB-5DE27031CB58}"/>
              </a:ext>
            </a:extLst>
          </p:cNvPr>
          <p:cNvSpPr>
            <a:spLocks noGrp="1"/>
          </p:cNvSpPr>
          <p:nvPr>
            <p:ph type="body" sz="quarter" idx="25" hasCustomPrompt="1"/>
          </p:nvPr>
        </p:nvSpPr>
        <p:spPr>
          <a:xfrm>
            <a:off x="413915" y="912168"/>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10" name="Text Placeholder 4">
            <a:extLst>
              <a:ext uri="{FF2B5EF4-FFF2-40B4-BE49-F238E27FC236}">
                <a16:creationId xmlns:a16="http://schemas.microsoft.com/office/drawing/2014/main" id="{613AA83D-6834-E464-0BBA-BB0EAC8C2612}"/>
              </a:ext>
            </a:extLst>
          </p:cNvPr>
          <p:cNvSpPr>
            <a:spLocks noGrp="1"/>
          </p:cNvSpPr>
          <p:nvPr>
            <p:ph type="body" sz="quarter" idx="27" hasCustomPrompt="1"/>
          </p:nvPr>
        </p:nvSpPr>
        <p:spPr>
          <a:xfrm>
            <a:off x="3286746" y="1562445"/>
            <a:ext cx="7739063" cy="742950"/>
          </a:xfrm>
          <a:prstGeom prst="rect">
            <a:avLst/>
          </a:prstGeom>
          <a:solidFill>
            <a:srgbClr val="E6FAFF"/>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4" name="Text Placeholder 11">
            <a:extLst>
              <a:ext uri="{FF2B5EF4-FFF2-40B4-BE49-F238E27FC236}">
                <a16:creationId xmlns:a16="http://schemas.microsoft.com/office/drawing/2014/main" id="{1217A9CF-DA6B-5003-7AB7-83F7002BC2F6}"/>
              </a:ext>
            </a:extLst>
          </p:cNvPr>
          <p:cNvSpPr>
            <a:spLocks noGrp="1"/>
          </p:cNvSpPr>
          <p:nvPr>
            <p:ph type="body" sz="quarter" idx="12" hasCustomPrompt="1"/>
          </p:nvPr>
        </p:nvSpPr>
        <p:spPr>
          <a:xfrm>
            <a:off x="887895" y="1558879"/>
            <a:ext cx="2313071" cy="746515"/>
          </a:xfrm>
          <a:prstGeom prst="rect">
            <a:avLst/>
          </a:prstGeom>
          <a:solidFill>
            <a:srgbClr val="1C46C0"/>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sp>
        <p:nvSpPr>
          <p:cNvPr id="11" name="Text Placeholder 4">
            <a:extLst>
              <a:ext uri="{FF2B5EF4-FFF2-40B4-BE49-F238E27FC236}">
                <a16:creationId xmlns:a16="http://schemas.microsoft.com/office/drawing/2014/main" id="{AF8B6BF6-2B20-BAE1-496B-4CE3AF22F71F}"/>
              </a:ext>
            </a:extLst>
          </p:cNvPr>
          <p:cNvSpPr>
            <a:spLocks noGrp="1"/>
          </p:cNvSpPr>
          <p:nvPr>
            <p:ph type="body" sz="quarter" idx="28" hasCustomPrompt="1"/>
          </p:nvPr>
        </p:nvSpPr>
        <p:spPr>
          <a:xfrm>
            <a:off x="3286746" y="2459335"/>
            <a:ext cx="7739063" cy="742950"/>
          </a:xfrm>
          <a:prstGeom prst="rect">
            <a:avLst/>
          </a:prstGeom>
          <a:solidFill>
            <a:srgbClr val="E6FAFF"/>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12" name="Text Placeholder 11">
            <a:extLst>
              <a:ext uri="{FF2B5EF4-FFF2-40B4-BE49-F238E27FC236}">
                <a16:creationId xmlns:a16="http://schemas.microsoft.com/office/drawing/2014/main" id="{82DA06FF-3584-5C18-7680-957EB66DCC1E}"/>
              </a:ext>
            </a:extLst>
          </p:cNvPr>
          <p:cNvSpPr>
            <a:spLocks noGrp="1"/>
          </p:cNvSpPr>
          <p:nvPr>
            <p:ph type="body" sz="quarter" idx="29" hasCustomPrompt="1"/>
          </p:nvPr>
        </p:nvSpPr>
        <p:spPr>
          <a:xfrm>
            <a:off x="887895" y="2455769"/>
            <a:ext cx="2313071" cy="746515"/>
          </a:xfrm>
          <a:prstGeom prst="rect">
            <a:avLst/>
          </a:prstGeom>
          <a:solidFill>
            <a:srgbClr val="1C46C0"/>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sp>
        <p:nvSpPr>
          <p:cNvPr id="13" name="Text Placeholder 4">
            <a:extLst>
              <a:ext uri="{FF2B5EF4-FFF2-40B4-BE49-F238E27FC236}">
                <a16:creationId xmlns:a16="http://schemas.microsoft.com/office/drawing/2014/main" id="{F18DBC1E-2F93-2120-01F2-76667F7A3598}"/>
              </a:ext>
            </a:extLst>
          </p:cNvPr>
          <p:cNvSpPr>
            <a:spLocks noGrp="1"/>
          </p:cNvSpPr>
          <p:nvPr>
            <p:ph type="body" sz="quarter" idx="30" hasCustomPrompt="1"/>
          </p:nvPr>
        </p:nvSpPr>
        <p:spPr>
          <a:xfrm>
            <a:off x="3286746" y="3356225"/>
            <a:ext cx="7739063" cy="742950"/>
          </a:xfrm>
          <a:prstGeom prst="rect">
            <a:avLst/>
          </a:prstGeom>
          <a:solidFill>
            <a:srgbClr val="E6FAFF"/>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15" name="Text Placeholder 11">
            <a:extLst>
              <a:ext uri="{FF2B5EF4-FFF2-40B4-BE49-F238E27FC236}">
                <a16:creationId xmlns:a16="http://schemas.microsoft.com/office/drawing/2014/main" id="{019B98AE-BA3F-CCAE-E04C-B8169D9363F3}"/>
              </a:ext>
            </a:extLst>
          </p:cNvPr>
          <p:cNvSpPr>
            <a:spLocks noGrp="1"/>
          </p:cNvSpPr>
          <p:nvPr>
            <p:ph type="body" sz="quarter" idx="31" hasCustomPrompt="1"/>
          </p:nvPr>
        </p:nvSpPr>
        <p:spPr>
          <a:xfrm>
            <a:off x="887895" y="3352659"/>
            <a:ext cx="2313071" cy="746515"/>
          </a:xfrm>
          <a:prstGeom prst="rect">
            <a:avLst/>
          </a:prstGeom>
          <a:solidFill>
            <a:srgbClr val="1C46C0"/>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sp>
        <p:nvSpPr>
          <p:cNvPr id="16" name="Text Placeholder 4">
            <a:extLst>
              <a:ext uri="{FF2B5EF4-FFF2-40B4-BE49-F238E27FC236}">
                <a16:creationId xmlns:a16="http://schemas.microsoft.com/office/drawing/2014/main" id="{7C8CB63D-4300-E62A-F48C-630CF6B95474}"/>
              </a:ext>
            </a:extLst>
          </p:cNvPr>
          <p:cNvSpPr>
            <a:spLocks noGrp="1"/>
          </p:cNvSpPr>
          <p:nvPr>
            <p:ph type="body" sz="quarter" idx="32" hasCustomPrompt="1"/>
          </p:nvPr>
        </p:nvSpPr>
        <p:spPr>
          <a:xfrm>
            <a:off x="3286746" y="4249549"/>
            <a:ext cx="7739063" cy="742950"/>
          </a:xfrm>
          <a:prstGeom prst="rect">
            <a:avLst/>
          </a:prstGeom>
          <a:solidFill>
            <a:srgbClr val="E6FAFF"/>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17" name="Text Placeholder 11">
            <a:extLst>
              <a:ext uri="{FF2B5EF4-FFF2-40B4-BE49-F238E27FC236}">
                <a16:creationId xmlns:a16="http://schemas.microsoft.com/office/drawing/2014/main" id="{4490E080-95F7-C04E-1506-EAC0EB4C5187}"/>
              </a:ext>
            </a:extLst>
          </p:cNvPr>
          <p:cNvSpPr>
            <a:spLocks noGrp="1"/>
          </p:cNvSpPr>
          <p:nvPr>
            <p:ph type="body" sz="quarter" idx="33" hasCustomPrompt="1"/>
          </p:nvPr>
        </p:nvSpPr>
        <p:spPr>
          <a:xfrm>
            <a:off x="887895" y="4245983"/>
            <a:ext cx="2313071" cy="746515"/>
          </a:xfrm>
          <a:prstGeom prst="rect">
            <a:avLst/>
          </a:prstGeom>
          <a:solidFill>
            <a:srgbClr val="1C46C0"/>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pic>
        <p:nvPicPr>
          <p:cNvPr id="2" name="Picture 1">
            <a:extLst>
              <a:ext uri="{FF2B5EF4-FFF2-40B4-BE49-F238E27FC236}">
                <a16:creationId xmlns:a16="http://schemas.microsoft.com/office/drawing/2014/main" id="{052FB48F-821A-CA54-A34E-E55E101C6CCB}"/>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Tree>
    <p:extLst>
      <p:ext uri="{BB962C8B-B14F-4D97-AF65-F5344CB8AC3E}">
        <p14:creationId xmlns:p14="http://schemas.microsoft.com/office/powerpoint/2010/main" val="19894075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 List - Orang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C107E3E2-7CA3-497F-C4E8-4ECE3460E57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57" name="TextBox 56">
            <a:extLst>
              <a:ext uri="{FF2B5EF4-FFF2-40B4-BE49-F238E27FC236}">
                <a16:creationId xmlns:a16="http://schemas.microsoft.com/office/drawing/2014/main" id="{87568DA1-20C9-8598-44C7-76FE257E9D79}"/>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23" name="Text Placeholder 11">
            <a:extLst>
              <a:ext uri="{FF2B5EF4-FFF2-40B4-BE49-F238E27FC236}">
                <a16:creationId xmlns:a16="http://schemas.microsoft.com/office/drawing/2014/main" id="{79B5BDD1-EF18-E4A2-DE79-A8B3B7FCED91}"/>
              </a:ext>
            </a:extLst>
          </p:cNvPr>
          <p:cNvSpPr>
            <a:spLocks noGrp="1"/>
          </p:cNvSpPr>
          <p:nvPr>
            <p:ph type="body" sz="quarter" idx="24" hasCustomPrompt="1"/>
          </p:nvPr>
        </p:nvSpPr>
        <p:spPr>
          <a:xfrm>
            <a:off x="413915" y="404664"/>
            <a:ext cx="10766703"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24" name="Text Placeholder 11">
            <a:extLst>
              <a:ext uri="{FF2B5EF4-FFF2-40B4-BE49-F238E27FC236}">
                <a16:creationId xmlns:a16="http://schemas.microsoft.com/office/drawing/2014/main" id="{A8F030FA-FAE8-B846-F0B1-F69F3B3AB75A}"/>
              </a:ext>
            </a:extLst>
          </p:cNvPr>
          <p:cNvSpPr>
            <a:spLocks noGrp="1"/>
          </p:cNvSpPr>
          <p:nvPr>
            <p:ph type="body" sz="quarter" idx="25" hasCustomPrompt="1"/>
          </p:nvPr>
        </p:nvSpPr>
        <p:spPr>
          <a:xfrm>
            <a:off x="413915" y="912168"/>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4" name="Text Placeholder 4">
            <a:extLst>
              <a:ext uri="{FF2B5EF4-FFF2-40B4-BE49-F238E27FC236}">
                <a16:creationId xmlns:a16="http://schemas.microsoft.com/office/drawing/2014/main" id="{269C5B20-B0D8-1392-83E8-B19EE7BA6B29}"/>
              </a:ext>
            </a:extLst>
          </p:cNvPr>
          <p:cNvSpPr>
            <a:spLocks noGrp="1"/>
          </p:cNvSpPr>
          <p:nvPr>
            <p:ph type="body" sz="quarter" idx="27" hasCustomPrompt="1"/>
          </p:nvPr>
        </p:nvSpPr>
        <p:spPr>
          <a:xfrm>
            <a:off x="3286746" y="1562445"/>
            <a:ext cx="7739063" cy="742950"/>
          </a:xfrm>
          <a:prstGeom prst="rect">
            <a:avLst/>
          </a:prstGeom>
          <a:solidFill>
            <a:srgbClr val="FFF0F3"/>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5" name="Text Placeholder 11">
            <a:extLst>
              <a:ext uri="{FF2B5EF4-FFF2-40B4-BE49-F238E27FC236}">
                <a16:creationId xmlns:a16="http://schemas.microsoft.com/office/drawing/2014/main" id="{1450AA39-F87C-B61C-59F0-76575DE5CCFB}"/>
              </a:ext>
            </a:extLst>
          </p:cNvPr>
          <p:cNvSpPr>
            <a:spLocks noGrp="1"/>
          </p:cNvSpPr>
          <p:nvPr>
            <p:ph type="body" sz="quarter" idx="12" hasCustomPrompt="1"/>
          </p:nvPr>
        </p:nvSpPr>
        <p:spPr>
          <a:xfrm>
            <a:off x="887895" y="1562445"/>
            <a:ext cx="2313071" cy="746515"/>
          </a:xfrm>
          <a:prstGeom prst="rect">
            <a:avLst/>
          </a:prstGeom>
          <a:solidFill>
            <a:srgbClr val="FF8A77"/>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sp>
        <p:nvSpPr>
          <p:cNvPr id="6" name="Text Placeholder 4">
            <a:extLst>
              <a:ext uri="{FF2B5EF4-FFF2-40B4-BE49-F238E27FC236}">
                <a16:creationId xmlns:a16="http://schemas.microsoft.com/office/drawing/2014/main" id="{58D84559-6512-8243-0E68-926840CCE5EA}"/>
              </a:ext>
            </a:extLst>
          </p:cNvPr>
          <p:cNvSpPr>
            <a:spLocks noGrp="1"/>
          </p:cNvSpPr>
          <p:nvPr>
            <p:ph type="body" sz="quarter" idx="28" hasCustomPrompt="1"/>
          </p:nvPr>
        </p:nvSpPr>
        <p:spPr>
          <a:xfrm>
            <a:off x="3286746" y="2459335"/>
            <a:ext cx="7739063" cy="742950"/>
          </a:xfrm>
          <a:prstGeom prst="rect">
            <a:avLst/>
          </a:prstGeom>
          <a:solidFill>
            <a:srgbClr val="FFF0F3"/>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16" name="Text Placeholder 11">
            <a:extLst>
              <a:ext uri="{FF2B5EF4-FFF2-40B4-BE49-F238E27FC236}">
                <a16:creationId xmlns:a16="http://schemas.microsoft.com/office/drawing/2014/main" id="{3CA98CFD-BEE6-B7D0-940B-408558AE3B97}"/>
              </a:ext>
            </a:extLst>
          </p:cNvPr>
          <p:cNvSpPr>
            <a:spLocks noGrp="1"/>
          </p:cNvSpPr>
          <p:nvPr>
            <p:ph type="body" sz="quarter" idx="29" hasCustomPrompt="1"/>
          </p:nvPr>
        </p:nvSpPr>
        <p:spPr>
          <a:xfrm>
            <a:off x="887895" y="2459335"/>
            <a:ext cx="2313071" cy="746515"/>
          </a:xfrm>
          <a:prstGeom prst="rect">
            <a:avLst/>
          </a:prstGeom>
          <a:solidFill>
            <a:srgbClr val="FF8A77"/>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sp>
        <p:nvSpPr>
          <p:cNvPr id="19" name="Text Placeholder 4">
            <a:extLst>
              <a:ext uri="{FF2B5EF4-FFF2-40B4-BE49-F238E27FC236}">
                <a16:creationId xmlns:a16="http://schemas.microsoft.com/office/drawing/2014/main" id="{73173B8F-4A38-6A7C-3840-1B6791B615E9}"/>
              </a:ext>
            </a:extLst>
          </p:cNvPr>
          <p:cNvSpPr>
            <a:spLocks noGrp="1"/>
          </p:cNvSpPr>
          <p:nvPr>
            <p:ph type="body" sz="quarter" idx="30" hasCustomPrompt="1"/>
          </p:nvPr>
        </p:nvSpPr>
        <p:spPr>
          <a:xfrm>
            <a:off x="3286746" y="3356225"/>
            <a:ext cx="7739063" cy="742950"/>
          </a:xfrm>
          <a:prstGeom prst="rect">
            <a:avLst/>
          </a:prstGeom>
          <a:solidFill>
            <a:srgbClr val="FFF0F3"/>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20" name="Text Placeholder 11">
            <a:extLst>
              <a:ext uri="{FF2B5EF4-FFF2-40B4-BE49-F238E27FC236}">
                <a16:creationId xmlns:a16="http://schemas.microsoft.com/office/drawing/2014/main" id="{1258A6A1-7C96-27AC-C908-3BA13CCF1F6E}"/>
              </a:ext>
            </a:extLst>
          </p:cNvPr>
          <p:cNvSpPr>
            <a:spLocks noGrp="1"/>
          </p:cNvSpPr>
          <p:nvPr>
            <p:ph type="body" sz="quarter" idx="31" hasCustomPrompt="1"/>
          </p:nvPr>
        </p:nvSpPr>
        <p:spPr>
          <a:xfrm>
            <a:off x="887895" y="3356225"/>
            <a:ext cx="2313071" cy="746515"/>
          </a:xfrm>
          <a:prstGeom prst="rect">
            <a:avLst/>
          </a:prstGeom>
          <a:solidFill>
            <a:srgbClr val="FF8A77"/>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sp>
        <p:nvSpPr>
          <p:cNvPr id="27" name="Text Placeholder 4">
            <a:extLst>
              <a:ext uri="{FF2B5EF4-FFF2-40B4-BE49-F238E27FC236}">
                <a16:creationId xmlns:a16="http://schemas.microsoft.com/office/drawing/2014/main" id="{80D1A29E-8F23-E9BF-AE02-BAA15FD20AA3}"/>
              </a:ext>
            </a:extLst>
          </p:cNvPr>
          <p:cNvSpPr>
            <a:spLocks noGrp="1"/>
          </p:cNvSpPr>
          <p:nvPr>
            <p:ph type="body" sz="quarter" idx="32" hasCustomPrompt="1"/>
          </p:nvPr>
        </p:nvSpPr>
        <p:spPr>
          <a:xfrm>
            <a:off x="3286746" y="4249549"/>
            <a:ext cx="7739063" cy="742950"/>
          </a:xfrm>
          <a:prstGeom prst="rect">
            <a:avLst/>
          </a:prstGeom>
          <a:solidFill>
            <a:srgbClr val="FFF0F3"/>
          </a:solidFill>
        </p:spPr>
        <p:txBody>
          <a:bodyPr lIns="216000" tIns="108000" rIns="216000" bIns="72000"/>
          <a:lstStyle>
            <a:lvl1pPr marL="0" indent="0">
              <a:lnSpc>
                <a:spcPct val="110000"/>
              </a:lnSpc>
              <a:buNone/>
              <a:defRPr sz="1500">
                <a:latin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sz="1500">
                <a:solidFill>
                  <a:srgbClr val="060645"/>
                </a:solidFill>
              </a:rPr>
              <a:t>Body copy goes here</a:t>
            </a:r>
          </a:p>
        </p:txBody>
      </p:sp>
      <p:sp>
        <p:nvSpPr>
          <p:cNvPr id="28" name="Text Placeholder 11">
            <a:extLst>
              <a:ext uri="{FF2B5EF4-FFF2-40B4-BE49-F238E27FC236}">
                <a16:creationId xmlns:a16="http://schemas.microsoft.com/office/drawing/2014/main" id="{DB928D05-8855-2639-E843-A1F7DC27F6EC}"/>
              </a:ext>
            </a:extLst>
          </p:cNvPr>
          <p:cNvSpPr>
            <a:spLocks noGrp="1"/>
          </p:cNvSpPr>
          <p:nvPr>
            <p:ph type="body" sz="quarter" idx="33" hasCustomPrompt="1"/>
          </p:nvPr>
        </p:nvSpPr>
        <p:spPr>
          <a:xfrm>
            <a:off x="887895" y="4249549"/>
            <a:ext cx="2313071" cy="746515"/>
          </a:xfrm>
          <a:prstGeom prst="rect">
            <a:avLst/>
          </a:prstGeom>
          <a:solidFill>
            <a:srgbClr val="FF8A77"/>
          </a:solidFill>
        </p:spPr>
        <p:txBody>
          <a:bodyPr lIns="216000" tIns="108000" rIns="216000" bIns="72000">
            <a:noAutofit/>
          </a:bodyPr>
          <a:lstStyle>
            <a:lvl1pPr marL="0" indent="0">
              <a:lnSpc>
                <a:spcPct val="110000"/>
              </a:lnSpc>
              <a:spcBef>
                <a:spcPts val="0"/>
              </a:spcBef>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a:p>
            <a:pPr lvl="0"/>
            <a:r>
              <a:rPr lang="en-GB"/>
              <a:t>Section title</a:t>
            </a:r>
          </a:p>
        </p:txBody>
      </p:sp>
      <p:pic>
        <p:nvPicPr>
          <p:cNvPr id="2" name="Picture 1">
            <a:extLst>
              <a:ext uri="{FF2B5EF4-FFF2-40B4-BE49-F238E27FC236}">
                <a16:creationId xmlns:a16="http://schemas.microsoft.com/office/drawing/2014/main" id="{5AD93BCC-9ABA-3DB6-4ED6-2BD13246CBC0}"/>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Tree>
    <p:extLst>
      <p:ext uri="{BB962C8B-B14F-4D97-AF65-F5344CB8AC3E}">
        <p14:creationId xmlns:p14="http://schemas.microsoft.com/office/powerpoint/2010/main" val="30227138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s 2 Column">
    <p:bg>
      <p:bgPr>
        <a:solidFill>
          <a:schemeClr val="bg1"/>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5BD7FBF3-7226-2149-BBD3-09818517326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10" y="0"/>
            <a:ext cx="12197909" cy="1551256"/>
          </a:xfrm>
          <a:prstGeom prst="rect">
            <a:avLst/>
          </a:prstGeom>
        </p:spPr>
      </p:pic>
      <p:sp>
        <p:nvSpPr>
          <p:cNvPr id="13" name="TextBox 12">
            <a:extLst>
              <a:ext uri="{FF2B5EF4-FFF2-40B4-BE49-F238E27FC236}">
                <a16:creationId xmlns:a16="http://schemas.microsoft.com/office/drawing/2014/main" id="{9931521C-CAF9-B57E-A59F-40B74F594929}"/>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9" name="Text Placeholder 11">
            <a:extLst>
              <a:ext uri="{FF2B5EF4-FFF2-40B4-BE49-F238E27FC236}">
                <a16:creationId xmlns:a16="http://schemas.microsoft.com/office/drawing/2014/main" id="{4DAAB76E-1BCE-CA53-ACE8-77F42754E17D}"/>
              </a:ext>
            </a:extLst>
          </p:cNvPr>
          <p:cNvSpPr>
            <a:spLocks noGrp="1"/>
          </p:cNvSpPr>
          <p:nvPr>
            <p:ph type="body" sz="quarter" idx="21" hasCustomPrompt="1"/>
          </p:nvPr>
        </p:nvSpPr>
        <p:spPr>
          <a:xfrm>
            <a:off x="413915" y="326028"/>
            <a:ext cx="10766703" cy="497161"/>
          </a:xfrm>
          <a:prstGeom prst="rect">
            <a:avLst/>
          </a:prstGeom>
        </p:spPr>
        <p:txBody>
          <a:bodyPr>
            <a:noAutofit/>
          </a:bodyPr>
          <a:lstStyle>
            <a:lvl1pPr marL="0" indent="0">
              <a:lnSpc>
                <a:spcPct val="110000"/>
              </a:lnSpc>
              <a:buNone/>
              <a:defRPr sz="3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0" name="Text Placeholder 11">
            <a:extLst>
              <a:ext uri="{FF2B5EF4-FFF2-40B4-BE49-F238E27FC236}">
                <a16:creationId xmlns:a16="http://schemas.microsoft.com/office/drawing/2014/main" id="{FC210018-BF10-8707-6A21-CCCE83C373C4}"/>
              </a:ext>
            </a:extLst>
          </p:cNvPr>
          <p:cNvSpPr>
            <a:spLocks noGrp="1"/>
          </p:cNvSpPr>
          <p:nvPr>
            <p:ph type="body" sz="quarter" idx="22" hasCustomPrompt="1"/>
          </p:nvPr>
        </p:nvSpPr>
        <p:spPr>
          <a:xfrm>
            <a:off x="413915" y="833532"/>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2" name="Text Placeholder 11">
            <a:extLst>
              <a:ext uri="{FF2B5EF4-FFF2-40B4-BE49-F238E27FC236}">
                <a16:creationId xmlns:a16="http://schemas.microsoft.com/office/drawing/2014/main" id="{2B4FE0AC-2B61-A291-8C87-19783331AD79}"/>
              </a:ext>
            </a:extLst>
          </p:cNvPr>
          <p:cNvSpPr>
            <a:spLocks noGrp="1"/>
          </p:cNvSpPr>
          <p:nvPr>
            <p:ph type="body" sz="quarter" idx="14" hasCustomPrompt="1"/>
          </p:nvPr>
        </p:nvSpPr>
        <p:spPr>
          <a:xfrm>
            <a:off x="1001105" y="1756180"/>
            <a:ext cx="10179513"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chemeClr val="tx1"/>
                </a:solidFill>
                <a:latin typeface="+mn-lt"/>
                <a:cs typeface="Poppins" panose="00000500000000000000" pitchFamily="2" charset="0"/>
              </a:defRPr>
            </a:lvl1pPr>
            <a:lvl2pPr marL="457200" indent="0">
              <a:buNone/>
              <a:defRPr sz="1500">
                <a:ln>
                  <a:noFill/>
                </a:ln>
                <a:solidFill>
                  <a:schemeClr val="tx1"/>
                </a:solidFill>
                <a:latin typeface="+mn-lt"/>
              </a:defRPr>
            </a:lvl2pPr>
            <a:lvl3pPr>
              <a:defRPr sz="1500">
                <a:ln>
                  <a:noFill/>
                </a:ln>
                <a:solidFill>
                  <a:schemeClr val="tx1"/>
                </a:solidFill>
              </a:defRPr>
            </a:lvl3pPr>
            <a:lvl4pPr>
              <a:defRPr sz="1500">
                <a:ln>
                  <a:noFill/>
                </a:ln>
                <a:solidFill>
                  <a:schemeClr val="tx1"/>
                </a:solidFill>
              </a:defRPr>
            </a:lvl4pPr>
            <a:lvl5pPr>
              <a:defRPr sz="1500">
                <a:ln>
                  <a:noFill/>
                </a:ln>
                <a:solidFill>
                  <a:schemeClr val="tx1"/>
                </a:solidFill>
              </a:defRPr>
            </a:lvl5pPr>
            <a:lvl6pPr>
              <a:defRPr sz="1500">
                <a:solidFill>
                  <a:schemeClr val="tx1"/>
                </a:solidFill>
              </a:defRPr>
            </a:lvl6pPr>
            <a:lvl7pPr>
              <a:defRPr sz="1500">
                <a:solidFill>
                  <a:schemeClr val="tx1"/>
                </a:solidFill>
              </a:defRPr>
            </a:lvl7pPr>
            <a:lvl8pPr>
              <a:defRPr sz="1500">
                <a:solidFill>
                  <a:schemeClr val="tx1"/>
                </a:solidFill>
              </a:defRPr>
            </a:lvl8pPr>
            <a:lvl9pPr>
              <a:defRPr sz="1500">
                <a:solidFill>
                  <a:schemeClr val="tx1"/>
                </a:solidFill>
              </a:defRPr>
            </a:lvl9pPr>
          </a:lstStyle>
          <a:p>
            <a:pPr lvl="0"/>
            <a:r>
              <a:rPr lang="en-GB"/>
              <a:t>Body copy goes here.</a:t>
            </a:r>
          </a:p>
        </p:txBody>
      </p:sp>
    </p:spTree>
    <p:extLst>
      <p:ext uri="{BB962C8B-B14F-4D97-AF65-F5344CB8AC3E}">
        <p14:creationId xmlns:p14="http://schemas.microsoft.com/office/powerpoint/2010/main" val="8421257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rts &amp; Copy">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3025CC09-2BCF-3A4D-87E4-590716EC0718}"/>
              </a:ext>
            </a:extLst>
          </p:cNvPr>
          <p:cNvSpPr>
            <a:spLocks noGrp="1"/>
          </p:cNvSpPr>
          <p:nvPr>
            <p:ph type="body" sz="quarter" idx="18" hasCustomPrompt="1"/>
          </p:nvPr>
        </p:nvSpPr>
        <p:spPr>
          <a:xfrm>
            <a:off x="6493565" y="2856109"/>
            <a:ext cx="4687053" cy="3221029"/>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aliquip</a:t>
            </a:r>
            <a:r>
              <a:rPr lang="en-GB"/>
              <a:t> ex </a:t>
            </a:r>
            <a:r>
              <a:rPr lang="en-GB" err="1"/>
              <a:t>ea</a:t>
            </a:r>
            <a:r>
              <a:rPr lang="en-GB"/>
              <a:t> </a:t>
            </a:r>
            <a:r>
              <a:rPr lang="en-GB" err="1"/>
              <a:t>commodo</a:t>
            </a:r>
            <a:r>
              <a:rPr lang="en-GB"/>
              <a:t> consequat.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a:t>
            </a:r>
            <a:r>
              <a:rPr lang="en-GB" err="1"/>
              <a:t>esse</a:t>
            </a:r>
            <a:r>
              <a:rPr lang="en-GB"/>
              <a:t>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a:t>
            </a:r>
            <a:r>
              <a:rPr lang="en-GB" err="1"/>
              <a:t>Excepteur</a:t>
            </a:r>
            <a:r>
              <a:rPr lang="en-GB"/>
              <a:t> </a:t>
            </a:r>
            <a:r>
              <a:rPr lang="en-GB" err="1"/>
              <a:t>sint</a:t>
            </a:r>
            <a:r>
              <a:rPr lang="en-GB"/>
              <a:t> </a:t>
            </a:r>
            <a:r>
              <a:rPr lang="en-GB" err="1"/>
              <a:t>occaecat</a:t>
            </a:r>
            <a:r>
              <a:rPr lang="en-GB"/>
              <a:t> </a:t>
            </a:r>
            <a:r>
              <a:rPr lang="en-GB" err="1"/>
              <a:t>cupidatat</a:t>
            </a:r>
            <a:r>
              <a:rPr lang="en-GB"/>
              <a:t> non </a:t>
            </a:r>
            <a:r>
              <a:rPr lang="en-GB" err="1"/>
              <a:t>proident</a:t>
            </a:r>
            <a:r>
              <a:rPr lang="en-GB"/>
              <a:t>, sunt in culpa qui </a:t>
            </a:r>
            <a:r>
              <a:rPr lang="en-GB" err="1"/>
              <a:t>officia</a:t>
            </a:r>
            <a:r>
              <a:rPr lang="en-GB"/>
              <a:t> </a:t>
            </a:r>
            <a:r>
              <a:rPr lang="en-GB" err="1"/>
              <a:t>deserunt</a:t>
            </a:r>
            <a:r>
              <a:rPr lang="en-GB"/>
              <a:t> </a:t>
            </a:r>
            <a:r>
              <a:rPr lang="en-GB" err="1"/>
              <a:t>mollit</a:t>
            </a:r>
            <a:r>
              <a:rPr lang="en-GB"/>
              <a:t> </a:t>
            </a:r>
            <a:r>
              <a:rPr lang="en-GB" err="1"/>
              <a:t>anim</a:t>
            </a:r>
            <a:r>
              <a:rPr lang="en-GB"/>
              <a:t> id </a:t>
            </a:r>
            <a:r>
              <a:rPr lang="en-GB" err="1"/>
              <a:t>est</a:t>
            </a:r>
            <a:r>
              <a:rPr lang="en-GB"/>
              <a:t> </a:t>
            </a:r>
            <a:r>
              <a:rPr lang="en-GB" err="1"/>
              <a:t>laborum</a:t>
            </a:r>
            <a:r>
              <a:rPr lang="en-GB"/>
              <a:t>.</a:t>
            </a:r>
          </a:p>
        </p:txBody>
      </p:sp>
      <p:pic>
        <p:nvPicPr>
          <p:cNvPr id="11" name="Picture 10">
            <a:extLst>
              <a:ext uri="{FF2B5EF4-FFF2-40B4-BE49-F238E27FC236}">
                <a16:creationId xmlns:a16="http://schemas.microsoft.com/office/drawing/2014/main" id="{0CDFCC4E-7800-CD8E-7918-FDBF10EDE74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10" y="0"/>
            <a:ext cx="12197909" cy="1551256"/>
          </a:xfrm>
          <a:prstGeom prst="rect">
            <a:avLst/>
          </a:prstGeom>
        </p:spPr>
      </p:pic>
      <p:sp>
        <p:nvSpPr>
          <p:cNvPr id="16" name="TextBox 15">
            <a:extLst>
              <a:ext uri="{FF2B5EF4-FFF2-40B4-BE49-F238E27FC236}">
                <a16:creationId xmlns:a16="http://schemas.microsoft.com/office/drawing/2014/main" id="{475C6AF3-6B1E-0375-7D2A-5FD1C92321F7}"/>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2" name="Text Placeholder 11">
            <a:extLst>
              <a:ext uri="{FF2B5EF4-FFF2-40B4-BE49-F238E27FC236}">
                <a16:creationId xmlns:a16="http://schemas.microsoft.com/office/drawing/2014/main" id="{A1FEAA9C-D9C5-C7E7-E834-0245869B2C7F}"/>
              </a:ext>
            </a:extLst>
          </p:cNvPr>
          <p:cNvSpPr>
            <a:spLocks noGrp="1"/>
          </p:cNvSpPr>
          <p:nvPr>
            <p:ph type="body" sz="quarter" idx="21" hasCustomPrompt="1"/>
          </p:nvPr>
        </p:nvSpPr>
        <p:spPr>
          <a:xfrm>
            <a:off x="413915" y="326028"/>
            <a:ext cx="10766703" cy="497161"/>
          </a:xfrm>
          <a:prstGeom prst="rect">
            <a:avLst/>
          </a:prstGeom>
        </p:spPr>
        <p:txBody>
          <a:bodyPr>
            <a:noAutofit/>
          </a:bodyPr>
          <a:lstStyle>
            <a:lvl1pPr marL="0" indent="0">
              <a:lnSpc>
                <a:spcPct val="110000"/>
              </a:lnSpc>
              <a:buNone/>
              <a:defRPr sz="3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3" name="Text Placeholder 11">
            <a:extLst>
              <a:ext uri="{FF2B5EF4-FFF2-40B4-BE49-F238E27FC236}">
                <a16:creationId xmlns:a16="http://schemas.microsoft.com/office/drawing/2014/main" id="{AA7150EB-D92B-C450-9558-0D39CD35C849}"/>
              </a:ext>
            </a:extLst>
          </p:cNvPr>
          <p:cNvSpPr>
            <a:spLocks noGrp="1"/>
          </p:cNvSpPr>
          <p:nvPr>
            <p:ph type="body" sz="quarter" idx="22" hasCustomPrompt="1"/>
          </p:nvPr>
        </p:nvSpPr>
        <p:spPr>
          <a:xfrm>
            <a:off x="413915" y="833532"/>
            <a:ext cx="10766703"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4" name="Text Placeholder 11">
            <a:extLst>
              <a:ext uri="{FF2B5EF4-FFF2-40B4-BE49-F238E27FC236}">
                <a16:creationId xmlns:a16="http://schemas.microsoft.com/office/drawing/2014/main" id="{58BE8F5A-8A1A-5C53-72B2-42712E54532F}"/>
              </a:ext>
            </a:extLst>
          </p:cNvPr>
          <p:cNvSpPr>
            <a:spLocks noGrp="1"/>
          </p:cNvSpPr>
          <p:nvPr>
            <p:ph type="body" sz="quarter" idx="14" hasCustomPrompt="1"/>
          </p:nvPr>
        </p:nvSpPr>
        <p:spPr>
          <a:xfrm>
            <a:off x="1001105" y="1756180"/>
            <a:ext cx="10179513"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chemeClr val="tx1"/>
                </a:solidFill>
                <a:latin typeface="+mn-lt"/>
                <a:cs typeface="Poppins" panose="00000500000000000000" pitchFamily="2" charset="0"/>
              </a:defRPr>
            </a:lvl1pPr>
            <a:lvl2pPr marL="457200" indent="0">
              <a:buNone/>
              <a:defRPr sz="1500">
                <a:ln>
                  <a:noFill/>
                </a:ln>
                <a:solidFill>
                  <a:schemeClr val="tx1"/>
                </a:solidFill>
                <a:latin typeface="+mn-lt"/>
              </a:defRPr>
            </a:lvl2pPr>
            <a:lvl3pPr>
              <a:defRPr sz="1500">
                <a:ln>
                  <a:noFill/>
                </a:ln>
                <a:solidFill>
                  <a:schemeClr val="tx1"/>
                </a:solidFill>
              </a:defRPr>
            </a:lvl3pPr>
            <a:lvl4pPr>
              <a:defRPr sz="1500">
                <a:ln>
                  <a:noFill/>
                </a:ln>
                <a:solidFill>
                  <a:schemeClr val="tx1"/>
                </a:solidFill>
              </a:defRPr>
            </a:lvl4pPr>
            <a:lvl5pPr>
              <a:defRPr sz="1500">
                <a:ln>
                  <a:noFill/>
                </a:ln>
                <a:solidFill>
                  <a:schemeClr val="tx1"/>
                </a:solidFill>
              </a:defRPr>
            </a:lvl5pPr>
            <a:lvl6pPr>
              <a:defRPr sz="1500">
                <a:solidFill>
                  <a:schemeClr val="tx1"/>
                </a:solidFill>
              </a:defRPr>
            </a:lvl6pPr>
            <a:lvl7pPr>
              <a:defRPr sz="1500">
                <a:solidFill>
                  <a:schemeClr val="tx1"/>
                </a:solidFill>
              </a:defRPr>
            </a:lvl7pPr>
            <a:lvl8pPr>
              <a:defRPr sz="1500">
                <a:solidFill>
                  <a:schemeClr val="tx1"/>
                </a:solidFill>
              </a:defRPr>
            </a:lvl8pPr>
            <a:lvl9pPr>
              <a:defRPr sz="1500">
                <a:solidFill>
                  <a:schemeClr val="tx1"/>
                </a:solidFill>
              </a:defRPr>
            </a:lvl9pPr>
          </a:lstStyle>
          <a:p>
            <a:pPr lvl="0"/>
            <a:r>
              <a:rPr lang="en-GB"/>
              <a:t>Body copy goes here.</a:t>
            </a:r>
          </a:p>
        </p:txBody>
      </p:sp>
    </p:spTree>
    <p:extLst>
      <p:ext uri="{BB962C8B-B14F-4D97-AF65-F5344CB8AC3E}">
        <p14:creationId xmlns:p14="http://schemas.microsoft.com/office/powerpoint/2010/main" val="3039355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ull Content - Tight Header">
    <p:bg>
      <p:bgPr>
        <a:solidFill>
          <a:schemeClr val="bg1"/>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9931521C-CAF9-B57E-A59F-40B74F594929}"/>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2" name="Rectangle: Single Corner Rounded 1">
            <a:extLst>
              <a:ext uri="{FF2B5EF4-FFF2-40B4-BE49-F238E27FC236}">
                <a16:creationId xmlns:a16="http://schemas.microsoft.com/office/drawing/2014/main" id="{E24568D3-44DC-E35D-6A09-5B5154DCE05F}"/>
              </a:ext>
            </a:extLst>
          </p:cNvPr>
          <p:cNvSpPr/>
          <p:nvPr userDrawn="1"/>
        </p:nvSpPr>
        <p:spPr>
          <a:xfrm flipV="1">
            <a:off x="-5910" y="0"/>
            <a:ext cx="12197910" cy="823189"/>
          </a:xfrm>
          <a:prstGeom prst="round1Rect">
            <a:avLst>
              <a:gd name="adj" fmla="val 50000"/>
            </a:avLst>
          </a:prstGeom>
          <a:solidFill>
            <a:srgbClr val="0606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11">
            <a:extLst>
              <a:ext uri="{FF2B5EF4-FFF2-40B4-BE49-F238E27FC236}">
                <a16:creationId xmlns:a16="http://schemas.microsoft.com/office/drawing/2014/main" id="{4E490143-9197-1E5C-A155-ABAF72B3B09A}"/>
              </a:ext>
            </a:extLst>
          </p:cNvPr>
          <p:cNvSpPr>
            <a:spLocks noGrp="1"/>
          </p:cNvSpPr>
          <p:nvPr>
            <p:ph type="body" sz="quarter" idx="21" hasCustomPrompt="1"/>
          </p:nvPr>
        </p:nvSpPr>
        <p:spPr>
          <a:xfrm>
            <a:off x="413915" y="163013"/>
            <a:ext cx="10766703" cy="497161"/>
          </a:xfrm>
          <a:prstGeom prst="rect">
            <a:avLst/>
          </a:prstGeom>
        </p:spPr>
        <p:txBody>
          <a:bodyPr>
            <a:noAutofit/>
          </a:bodyPr>
          <a:lstStyle>
            <a:lvl1pPr marL="0" indent="0">
              <a:lnSpc>
                <a:spcPct val="110000"/>
              </a:lnSpc>
              <a:buNone/>
              <a:defRPr sz="30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4" name="Text Placeholder 11">
            <a:extLst>
              <a:ext uri="{FF2B5EF4-FFF2-40B4-BE49-F238E27FC236}">
                <a16:creationId xmlns:a16="http://schemas.microsoft.com/office/drawing/2014/main" id="{661C6824-08DF-793D-EE9A-11375C227AF3}"/>
              </a:ext>
            </a:extLst>
          </p:cNvPr>
          <p:cNvSpPr>
            <a:spLocks noGrp="1"/>
          </p:cNvSpPr>
          <p:nvPr>
            <p:ph type="body" sz="quarter" idx="22" hasCustomPrompt="1"/>
          </p:nvPr>
        </p:nvSpPr>
        <p:spPr>
          <a:xfrm>
            <a:off x="1001105" y="1095780"/>
            <a:ext cx="10179513"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chemeClr val="tx1"/>
                </a:solidFill>
                <a:latin typeface="+mn-lt"/>
                <a:cs typeface="Poppins" panose="00000500000000000000" pitchFamily="2" charset="0"/>
              </a:defRPr>
            </a:lvl1pPr>
            <a:lvl2pPr marL="457200" indent="0">
              <a:buNone/>
              <a:defRPr sz="1500">
                <a:ln>
                  <a:noFill/>
                </a:ln>
                <a:solidFill>
                  <a:schemeClr val="tx1"/>
                </a:solidFill>
                <a:latin typeface="+mn-lt"/>
              </a:defRPr>
            </a:lvl2pPr>
            <a:lvl3pPr>
              <a:defRPr sz="1500">
                <a:ln>
                  <a:noFill/>
                </a:ln>
                <a:solidFill>
                  <a:schemeClr val="tx1"/>
                </a:solidFill>
              </a:defRPr>
            </a:lvl3pPr>
            <a:lvl4pPr>
              <a:defRPr sz="1500">
                <a:ln>
                  <a:noFill/>
                </a:ln>
                <a:solidFill>
                  <a:schemeClr val="tx1"/>
                </a:solidFill>
              </a:defRPr>
            </a:lvl4pPr>
            <a:lvl5pPr>
              <a:defRPr sz="1500">
                <a:ln>
                  <a:noFill/>
                </a:ln>
                <a:solidFill>
                  <a:schemeClr val="tx1"/>
                </a:solidFill>
              </a:defRPr>
            </a:lvl5pPr>
            <a:lvl6pPr>
              <a:defRPr sz="1500">
                <a:solidFill>
                  <a:schemeClr val="tx1"/>
                </a:solidFill>
              </a:defRPr>
            </a:lvl6pPr>
            <a:lvl7pPr>
              <a:defRPr sz="1500">
                <a:solidFill>
                  <a:schemeClr val="tx1"/>
                </a:solidFill>
              </a:defRPr>
            </a:lvl7pPr>
            <a:lvl8pPr>
              <a:defRPr sz="1500">
                <a:solidFill>
                  <a:schemeClr val="tx1"/>
                </a:solidFill>
              </a:defRPr>
            </a:lvl8pPr>
            <a:lvl9pPr>
              <a:defRPr sz="1500">
                <a:solidFill>
                  <a:schemeClr val="tx1"/>
                </a:solidFill>
              </a:defRPr>
            </a:lvl9pPr>
          </a:lstStyle>
          <a:p>
            <a:pPr lvl="0"/>
            <a:r>
              <a:rPr lang="en-GB"/>
              <a:t>Body copy goes here.</a:t>
            </a:r>
          </a:p>
        </p:txBody>
      </p:sp>
    </p:spTree>
    <p:extLst>
      <p:ext uri="{BB962C8B-B14F-4D97-AF65-F5344CB8AC3E}">
        <p14:creationId xmlns:p14="http://schemas.microsoft.com/office/powerpoint/2010/main" val="25731546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e Chart &amp; Copy - Whit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0606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spcBef>
                <a:spcPts val="0"/>
              </a:spcBef>
              <a:spcAft>
                <a:spcPts val="600"/>
              </a:spcAft>
            </a:pPr>
            <a:endParaRPr lang="en-US">
              <a:latin typeface="Poppins" panose="00000500000000000000" pitchFamily="2" charset="0"/>
            </a:endParaRPr>
          </a:p>
        </p:txBody>
      </p:sp>
      <p:sp>
        <p:nvSpPr>
          <p:cNvPr id="16" name="Text Placeholder 11">
            <a:extLst>
              <a:ext uri="{FF2B5EF4-FFF2-40B4-BE49-F238E27FC236}">
                <a16:creationId xmlns:a16="http://schemas.microsoft.com/office/drawing/2014/main" id="{481C071C-5A64-4146-A308-DE2C7FB11B85}"/>
              </a:ext>
            </a:extLst>
          </p:cNvPr>
          <p:cNvSpPr>
            <a:spLocks noGrp="1"/>
          </p:cNvSpPr>
          <p:nvPr>
            <p:ph type="body" sz="quarter" idx="12" hasCustomPrompt="1"/>
          </p:nvPr>
        </p:nvSpPr>
        <p:spPr>
          <a:xfrm>
            <a:off x="1001105" y="1676668"/>
            <a:ext cx="4325807" cy="289311"/>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7" name="Text Placeholder 11">
            <a:extLst>
              <a:ext uri="{FF2B5EF4-FFF2-40B4-BE49-F238E27FC236}">
                <a16:creationId xmlns:a16="http://schemas.microsoft.com/office/drawing/2014/main" id="{460542D6-22F5-6141-8C6F-6937620487FD}"/>
              </a:ext>
            </a:extLst>
          </p:cNvPr>
          <p:cNvSpPr>
            <a:spLocks noGrp="1"/>
          </p:cNvSpPr>
          <p:nvPr>
            <p:ph type="body" sz="quarter" idx="14" hasCustomPrompt="1"/>
          </p:nvPr>
        </p:nvSpPr>
        <p:spPr>
          <a:xfrm>
            <a:off x="1001105" y="2093471"/>
            <a:ext cx="4325807"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22" name="TextBox 21">
            <a:extLst>
              <a:ext uri="{FF2B5EF4-FFF2-40B4-BE49-F238E27FC236}">
                <a16:creationId xmlns:a16="http://schemas.microsoft.com/office/drawing/2014/main" id="{EAD9D407-A97D-E17E-DBFA-25ABF15C9A31}"/>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DEF331A0-8630-D550-918D-B67681D6E481}"/>
              </a:ext>
            </a:extLst>
          </p:cNvPr>
          <p:cNvSpPr>
            <a:spLocks noGrp="1"/>
          </p:cNvSpPr>
          <p:nvPr>
            <p:ph type="body" sz="quarter" idx="21" hasCustomPrompt="1"/>
          </p:nvPr>
        </p:nvSpPr>
        <p:spPr>
          <a:xfrm>
            <a:off x="413915" y="404664"/>
            <a:ext cx="4912997"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2E1D5FB1-6523-35BC-D888-0047E262787E}"/>
              </a:ext>
            </a:extLst>
          </p:cNvPr>
          <p:cNvSpPr>
            <a:spLocks noGrp="1"/>
          </p:cNvSpPr>
          <p:nvPr>
            <p:ph type="body" sz="quarter" idx="22" hasCustomPrompt="1"/>
          </p:nvPr>
        </p:nvSpPr>
        <p:spPr>
          <a:xfrm>
            <a:off x="413915" y="912168"/>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pic>
        <p:nvPicPr>
          <p:cNvPr id="2" name="Picture 1" descr="The Open University Logo">
            <a:extLst>
              <a:ext uri="{FF2B5EF4-FFF2-40B4-BE49-F238E27FC236}">
                <a16:creationId xmlns:a16="http://schemas.microsoft.com/office/drawing/2014/main" id="{6A75198C-6ADB-FB44-7D03-6F5213AC312E}"/>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1C43D1CE-D536-7787-B56C-507BDEC316AF}"/>
              </a:ext>
            </a:extLst>
          </p:cNvPr>
          <p:cNvSpPr>
            <a:spLocks noGrp="1"/>
          </p:cNvSpPr>
          <p:nvPr>
            <p:ph type="body" sz="quarter" idx="23" hasCustomPrompt="1"/>
          </p:nvPr>
        </p:nvSpPr>
        <p:spPr>
          <a:xfrm>
            <a:off x="1001105" y="2668674"/>
            <a:ext cx="4325807" cy="3041010"/>
          </a:xfrm>
          <a:prstGeom prst="rect">
            <a:avLst/>
          </a:prstGeom>
        </p:spPr>
        <p:txBody>
          <a:bodyPr>
            <a:noAutofit/>
          </a:bodyPr>
          <a:lstStyle>
            <a:lvl1pPr marL="285750" indent="-285750">
              <a:lnSpc>
                <a:spcPct val="110000"/>
              </a:lnSpc>
              <a:spcBef>
                <a:spcPts val="0"/>
              </a:spcBef>
              <a:spcAft>
                <a:spcPts val="600"/>
              </a:spcAft>
              <a:buFontTx/>
              <a:buBlip>
                <a:blip r:embed="rId4"/>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a:t>
            </a:r>
          </a:p>
        </p:txBody>
      </p:sp>
    </p:spTree>
    <p:extLst>
      <p:ext uri="{BB962C8B-B14F-4D97-AF65-F5344CB8AC3E}">
        <p14:creationId xmlns:p14="http://schemas.microsoft.com/office/powerpoint/2010/main" val="1926337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e Chart &amp; Copy - Blue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C4C01CCF-0DB7-F246-ABF2-EC18516A0FBD}"/>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AED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spcAft>
                <a:spcPts val="600"/>
              </a:spcAft>
            </a:pPr>
            <a:endParaRPr lang="en-US">
              <a:latin typeface="Poppins" panose="00000500000000000000" pitchFamily="2" charset="0"/>
            </a:endParaRPr>
          </a:p>
        </p:txBody>
      </p:sp>
      <p:sp>
        <p:nvSpPr>
          <p:cNvPr id="31" name="Text Placeholder 11">
            <a:extLst>
              <a:ext uri="{FF2B5EF4-FFF2-40B4-BE49-F238E27FC236}">
                <a16:creationId xmlns:a16="http://schemas.microsoft.com/office/drawing/2014/main" id="{441112C6-9F31-50D1-7D73-6298CB7F2E81}"/>
              </a:ext>
            </a:extLst>
          </p:cNvPr>
          <p:cNvSpPr>
            <a:spLocks noGrp="1"/>
          </p:cNvSpPr>
          <p:nvPr>
            <p:ph type="body" sz="quarter" idx="12" hasCustomPrompt="1"/>
          </p:nvPr>
        </p:nvSpPr>
        <p:spPr>
          <a:xfrm>
            <a:off x="1001105" y="1676668"/>
            <a:ext cx="4325807" cy="289311"/>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32" name="Text Placeholder 11">
            <a:extLst>
              <a:ext uri="{FF2B5EF4-FFF2-40B4-BE49-F238E27FC236}">
                <a16:creationId xmlns:a16="http://schemas.microsoft.com/office/drawing/2014/main" id="{C32AB5CB-C8A8-C7B0-84CC-CEA164037036}"/>
              </a:ext>
            </a:extLst>
          </p:cNvPr>
          <p:cNvSpPr>
            <a:spLocks noGrp="1"/>
          </p:cNvSpPr>
          <p:nvPr>
            <p:ph type="body" sz="quarter" idx="14" hasCustomPrompt="1"/>
          </p:nvPr>
        </p:nvSpPr>
        <p:spPr>
          <a:xfrm>
            <a:off x="1001105" y="2093471"/>
            <a:ext cx="4325807"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14" name="TextBox 13">
            <a:extLst>
              <a:ext uri="{FF2B5EF4-FFF2-40B4-BE49-F238E27FC236}">
                <a16:creationId xmlns:a16="http://schemas.microsoft.com/office/drawing/2014/main" id="{F8F44462-549C-8EC7-19AB-A506B51C3E6A}"/>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5" name="Text Placeholder 11">
            <a:extLst>
              <a:ext uri="{FF2B5EF4-FFF2-40B4-BE49-F238E27FC236}">
                <a16:creationId xmlns:a16="http://schemas.microsoft.com/office/drawing/2014/main" id="{EB2C4ECE-5A58-924D-D8E6-C4AE68AD8C78}"/>
              </a:ext>
            </a:extLst>
          </p:cNvPr>
          <p:cNvSpPr>
            <a:spLocks noGrp="1"/>
          </p:cNvSpPr>
          <p:nvPr>
            <p:ph type="body" sz="quarter" idx="21" hasCustomPrompt="1"/>
          </p:nvPr>
        </p:nvSpPr>
        <p:spPr>
          <a:xfrm>
            <a:off x="413915" y="404664"/>
            <a:ext cx="4912997"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6" name="Text Placeholder 11">
            <a:extLst>
              <a:ext uri="{FF2B5EF4-FFF2-40B4-BE49-F238E27FC236}">
                <a16:creationId xmlns:a16="http://schemas.microsoft.com/office/drawing/2014/main" id="{DDC83B33-527D-290B-B1B2-1DEADA31AE05}"/>
              </a:ext>
            </a:extLst>
          </p:cNvPr>
          <p:cNvSpPr>
            <a:spLocks noGrp="1"/>
          </p:cNvSpPr>
          <p:nvPr>
            <p:ph type="body" sz="quarter" idx="22" hasCustomPrompt="1"/>
          </p:nvPr>
        </p:nvSpPr>
        <p:spPr>
          <a:xfrm>
            <a:off x="413915" y="912168"/>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pic>
        <p:nvPicPr>
          <p:cNvPr id="2" name="Picture 1" descr="The Open University Logo">
            <a:extLst>
              <a:ext uri="{FF2B5EF4-FFF2-40B4-BE49-F238E27FC236}">
                <a16:creationId xmlns:a16="http://schemas.microsoft.com/office/drawing/2014/main" id="{65EE5AA7-CE9F-6795-3587-5FECAE583054}"/>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2BDC46EF-DAEB-0903-12EF-94C369E351C9}"/>
              </a:ext>
            </a:extLst>
          </p:cNvPr>
          <p:cNvSpPr>
            <a:spLocks noGrp="1"/>
          </p:cNvSpPr>
          <p:nvPr>
            <p:ph type="body" sz="quarter" idx="23" hasCustomPrompt="1"/>
          </p:nvPr>
        </p:nvSpPr>
        <p:spPr>
          <a:xfrm>
            <a:off x="1001105" y="2668674"/>
            <a:ext cx="4325807" cy="3041010"/>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a:t>
            </a:r>
          </a:p>
        </p:txBody>
      </p:sp>
    </p:spTree>
    <p:extLst>
      <p:ext uri="{BB962C8B-B14F-4D97-AF65-F5344CB8AC3E}">
        <p14:creationId xmlns:p14="http://schemas.microsoft.com/office/powerpoint/2010/main" val="39686853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e Chart &amp; Copy - Green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47B443-B36F-0143-9A72-596E9458A3D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D1F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atin typeface="Poppins" panose="00000500000000000000" pitchFamily="2" charset="0"/>
            </a:endParaRPr>
          </a:p>
        </p:txBody>
      </p:sp>
      <p:sp>
        <p:nvSpPr>
          <p:cNvPr id="32" name="Text Placeholder 11">
            <a:extLst>
              <a:ext uri="{FF2B5EF4-FFF2-40B4-BE49-F238E27FC236}">
                <a16:creationId xmlns:a16="http://schemas.microsoft.com/office/drawing/2014/main" id="{F66FAE19-7B52-BB59-E57B-29D522C6BDE9}"/>
              </a:ext>
            </a:extLst>
          </p:cNvPr>
          <p:cNvSpPr>
            <a:spLocks noGrp="1"/>
          </p:cNvSpPr>
          <p:nvPr>
            <p:ph type="body" sz="quarter" idx="12" hasCustomPrompt="1"/>
          </p:nvPr>
        </p:nvSpPr>
        <p:spPr>
          <a:xfrm>
            <a:off x="1001105" y="1676668"/>
            <a:ext cx="4325807" cy="289311"/>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33" name="Text Placeholder 11">
            <a:extLst>
              <a:ext uri="{FF2B5EF4-FFF2-40B4-BE49-F238E27FC236}">
                <a16:creationId xmlns:a16="http://schemas.microsoft.com/office/drawing/2014/main" id="{F77B454A-E504-0EE7-A8CA-E5D9EEC2F495}"/>
              </a:ext>
            </a:extLst>
          </p:cNvPr>
          <p:cNvSpPr>
            <a:spLocks noGrp="1"/>
          </p:cNvSpPr>
          <p:nvPr>
            <p:ph type="body" sz="quarter" idx="14" hasCustomPrompt="1"/>
          </p:nvPr>
        </p:nvSpPr>
        <p:spPr>
          <a:xfrm>
            <a:off x="1001105" y="2093471"/>
            <a:ext cx="4325807"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37" name="TextBox 36">
            <a:extLst>
              <a:ext uri="{FF2B5EF4-FFF2-40B4-BE49-F238E27FC236}">
                <a16:creationId xmlns:a16="http://schemas.microsoft.com/office/drawing/2014/main" id="{C4228A78-C513-C604-6CB6-28BAE7604C73}"/>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21EAD907-96B1-968B-D6C2-A05E0A48B049}"/>
              </a:ext>
            </a:extLst>
          </p:cNvPr>
          <p:cNvSpPr>
            <a:spLocks noGrp="1"/>
          </p:cNvSpPr>
          <p:nvPr>
            <p:ph type="body" sz="quarter" idx="21" hasCustomPrompt="1"/>
          </p:nvPr>
        </p:nvSpPr>
        <p:spPr>
          <a:xfrm>
            <a:off x="413915" y="404664"/>
            <a:ext cx="4912997"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DA310DCE-936B-7A91-931F-F8940F242D38}"/>
              </a:ext>
            </a:extLst>
          </p:cNvPr>
          <p:cNvSpPr>
            <a:spLocks noGrp="1"/>
          </p:cNvSpPr>
          <p:nvPr>
            <p:ph type="body" sz="quarter" idx="22" hasCustomPrompt="1"/>
          </p:nvPr>
        </p:nvSpPr>
        <p:spPr>
          <a:xfrm>
            <a:off x="413915" y="912168"/>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pic>
        <p:nvPicPr>
          <p:cNvPr id="2" name="Picture 1" descr="The Open University Logo">
            <a:extLst>
              <a:ext uri="{FF2B5EF4-FFF2-40B4-BE49-F238E27FC236}">
                <a16:creationId xmlns:a16="http://schemas.microsoft.com/office/drawing/2014/main" id="{87A5F3DD-B4AB-BD17-596F-E74A62BFB683}"/>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39EF2175-79D4-C751-5757-BD3B632DF1C4}"/>
              </a:ext>
            </a:extLst>
          </p:cNvPr>
          <p:cNvSpPr>
            <a:spLocks noGrp="1"/>
          </p:cNvSpPr>
          <p:nvPr>
            <p:ph type="body" sz="quarter" idx="23" hasCustomPrompt="1"/>
          </p:nvPr>
        </p:nvSpPr>
        <p:spPr>
          <a:xfrm>
            <a:off x="1001105" y="2668674"/>
            <a:ext cx="4325807" cy="3041010"/>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a:t>
            </a:r>
          </a:p>
        </p:txBody>
      </p:sp>
    </p:spTree>
    <p:extLst>
      <p:ext uri="{BB962C8B-B14F-4D97-AF65-F5344CB8AC3E}">
        <p14:creationId xmlns:p14="http://schemas.microsoft.com/office/powerpoint/2010/main" val="25946435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e Chart &amp; Copy - Pink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47B443-B36F-0143-9A72-596E9458A3DA}"/>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FFE8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atin typeface="Poppins" panose="00000500000000000000" pitchFamily="2" charset="0"/>
            </a:endParaRPr>
          </a:p>
        </p:txBody>
      </p:sp>
      <p:sp>
        <p:nvSpPr>
          <p:cNvPr id="25" name="Text Placeholder 11">
            <a:extLst>
              <a:ext uri="{FF2B5EF4-FFF2-40B4-BE49-F238E27FC236}">
                <a16:creationId xmlns:a16="http://schemas.microsoft.com/office/drawing/2014/main" id="{02A26A26-C4B5-4D8E-73A4-981818756D94}"/>
              </a:ext>
            </a:extLst>
          </p:cNvPr>
          <p:cNvSpPr>
            <a:spLocks noGrp="1"/>
          </p:cNvSpPr>
          <p:nvPr>
            <p:ph type="body" sz="quarter" idx="12" hasCustomPrompt="1"/>
          </p:nvPr>
        </p:nvSpPr>
        <p:spPr>
          <a:xfrm>
            <a:off x="1001105" y="1676668"/>
            <a:ext cx="4325807" cy="289311"/>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26" name="Text Placeholder 11">
            <a:extLst>
              <a:ext uri="{FF2B5EF4-FFF2-40B4-BE49-F238E27FC236}">
                <a16:creationId xmlns:a16="http://schemas.microsoft.com/office/drawing/2014/main" id="{F8328C9E-9DA1-DF63-59C8-5F540DB4BB7E}"/>
              </a:ext>
            </a:extLst>
          </p:cNvPr>
          <p:cNvSpPr>
            <a:spLocks noGrp="1"/>
          </p:cNvSpPr>
          <p:nvPr>
            <p:ph type="body" sz="quarter" idx="14" hasCustomPrompt="1"/>
          </p:nvPr>
        </p:nvSpPr>
        <p:spPr>
          <a:xfrm>
            <a:off x="1001105" y="2093471"/>
            <a:ext cx="4325807"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32" name="TextBox 31">
            <a:extLst>
              <a:ext uri="{FF2B5EF4-FFF2-40B4-BE49-F238E27FC236}">
                <a16:creationId xmlns:a16="http://schemas.microsoft.com/office/drawing/2014/main" id="{4E1A6B9E-E779-E0D7-BC86-EA660E984003}"/>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F46F34F4-9E99-01A0-2C06-1C0C5E776290}"/>
              </a:ext>
            </a:extLst>
          </p:cNvPr>
          <p:cNvSpPr>
            <a:spLocks noGrp="1"/>
          </p:cNvSpPr>
          <p:nvPr>
            <p:ph type="body" sz="quarter" idx="21" hasCustomPrompt="1"/>
          </p:nvPr>
        </p:nvSpPr>
        <p:spPr>
          <a:xfrm>
            <a:off x="413915" y="404664"/>
            <a:ext cx="4912997"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77341710-98F6-F41B-8C50-352203DF2B2A}"/>
              </a:ext>
            </a:extLst>
          </p:cNvPr>
          <p:cNvSpPr>
            <a:spLocks noGrp="1"/>
          </p:cNvSpPr>
          <p:nvPr>
            <p:ph type="body" sz="quarter" idx="22" hasCustomPrompt="1"/>
          </p:nvPr>
        </p:nvSpPr>
        <p:spPr>
          <a:xfrm>
            <a:off x="413915" y="912168"/>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pic>
        <p:nvPicPr>
          <p:cNvPr id="2" name="Picture 1" descr="The Open University Logo">
            <a:extLst>
              <a:ext uri="{FF2B5EF4-FFF2-40B4-BE49-F238E27FC236}">
                <a16:creationId xmlns:a16="http://schemas.microsoft.com/office/drawing/2014/main" id="{A412ECB0-A0F7-C3C3-CD7E-53BD50174983}"/>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9E7BCFB4-52D8-AB3A-B496-979C9126C966}"/>
              </a:ext>
            </a:extLst>
          </p:cNvPr>
          <p:cNvSpPr>
            <a:spLocks noGrp="1"/>
          </p:cNvSpPr>
          <p:nvPr>
            <p:ph type="body" sz="quarter" idx="23" hasCustomPrompt="1"/>
          </p:nvPr>
        </p:nvSpPr>
        <p:spPr>
          <a:xfrm>
            <a:off x="1001105" y="2668674"/>
            <a:ext cx="4325807" cy="3041010"/>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a:t>
            </a:r>
          </a:p>
        </p:txBody>
      </p:sp>
    </p:spTree>
    <p:extLst>
      <p:ext uri="{BB962C8B-B14F-4D97-AF65-F5344CB8AC3E}">
        <p14:creationId xmlns:p14="http://schemas.microsoft.com/office/powerpoint/2010/main" val="40785534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e Chart &amp; Copy - Yellow Light Mod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47B443-B36F-0143-9A72-596E9458A3DA}"/>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FFF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atin typeface="Poppins" panose="00000500000000000000" pitchFamily="2" charset="0"/>
            </a:endParaRPr>
          </a:p>
        </p:txBody>
      </p:sp>
      <p:sp>
        <p:nvSpPr>
          <p:cNvPr id="25" name="Text Placeholder 11">
            <a:extLst>
              <a:ext uri="{FF2B5EF4-FFF2-40B4-BE49-F238E27FC236}">
                <a16:creationId xmlns:a16="http://schemas.microsoft.com/office/drawing/2014/main" id="{AE055DE8-0C87-1B8E-B033-C6AACEF7E883}"/>
              </a:ext>
            </a:extLst>
          </p:cNvPr>
          <p:cNvSpPr>
            <a:spLocks noGrp="1"/>
          </p:cNvSpPr>
          <p:nvPr>
            <p:ph type="body" sz="quarter" idx="12" hasCustomPrompt="1"/>
          </p:nvPr>
        </p:nvSpPr>
        <p:spPr>
          <a:xfrm>
            <a:off x="1001105" y="1676668"/>
            <a:ext cx="4325807" cy="289311"/>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26" name="Text Placeholder 11">
            <a:extLst>
              <a:ext uri="{FF2B5EF4-FFF2-40B4-BE49-F238E27FC236}">
                <a16:creationId xmlns:a16="http://schemas.microsoft.com/office/drawing/2014/main" id="{A7B175B1-4990-DB78-B09A-5CABDC6E0946}"/>
              </a:ext>
            </a:extLst>
          </p:cNvPr>
          <p:cNvSpPr>
            <a:spLocks noGrp="1"/>
          </p:cNvSpPr>
          <p:nvPr>
            <p:ph type="body" sz="quarter" idx="14" hasCustomPrompt="1"/>
          </p:nvPr>
        </p:nvSpPr>
        <p:spPr>
          <a:xfrm>
            <a:off x="1001105" y="2093471"/>
            <a:ext cx="4325807"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32" name="TextBox 31">
            <a:extLst>
              <a:ext uri="{FF2B5EF4-FFF2-40B4-BE49-F238E27FC236}">
                <a16:creationId xmlns:a16="http://schemas.microsoft.com/office/drawing/2014/main" id="{D5C357FA-846B-A0EC-644D-8C00E0D073E6}"/>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091828A5-E0F9-F12F-D6E9-03BB177B08C8}"/>
              </a:ext>
            </a:extLst>
          </p:cNvPr>
          <p:cNvSpPr>
            <a:spLocks noGrp="1"/>
          </p:cNvSpPr>
          <p:nvPr>
            <p:ph type="body" sz="quarter" idx="21" hasCustomPrompt="1"/>
          </p:nvPr>
        </p:nvSpPr>
        <p:spPr>
          <a:xfrm>
            <a:off x="413915" y="404664"/>
            <a:ext cx="4912997"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19CF92BA-CA8F-0DC8-7240-3FE5CDE3317F}"/>
              </a:ext>
            </a:extLst>
          </p:cNvPr>
          <p:cNvSpPr>
            <a:spLocks noGrp="1"/>
          </p:cNvSpPr>
          <p:nvPr>
            <p:ph type="body" sz="quarter" idx="22" hasCustomPrompt="1"/>
          </p:nvPr>
        </p:nvSpPr>
        <p:spPr>
          <a:xfrm>
            <a:off x="413915" y="912168"/>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pic>
        <p:nvPicPr>
          <p:cNvPr id="2" name="Picture 1" descr="The Open University Logo">
            <a:extLst>
              <a:ext uri="{FF2B5EF4-FFF2-40B4-BE49-F238E27FC236}">
                <a16:creationId xmlns:a16="http://schemas.microsoft.com/office/drawing/2014/main" id="{A1EF4921-C4EA-38D0-FDB1-827E4E6B7F75}"/>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
        <p:nvSpPr>
          <p:cNvPr id="4" name="Text Placeholder 11">
            <a:extLst>
              <a:ext uri="{FF2B5EF4-FFF2-40B4-BE49-F238E27FC236}">
                <a16:creationId xmlns:a16="http://schemas.microsoft.com/office/drawing/2014/main" id="{488D0769-700C-B45D-A282-AC13D3471A14}"/>
              </a:ext>
            </a:extLst>
          </p:cNvPr>
          <p:cNvSpPr>
            <a:spLocks noGrp="1"/>
          </p:cNvSpPr>
          <p:nvPr>
            <p:ph type="body" sz="quarter" idx="23" hasCustomPrompt="1"/>
          </p:nvPr>
        </p:nvSpPr>
        <p:spPr>
          <a:xfrm>
            <a:off x="1001105" y="2668674"/>
            <a:ext cx="4325807" cy="3041010"/>
          </a:xfrm>
          <a:prstGeom prst="rect">
            <a:avLst/>
          </a:prstGeom>
        </p:spPr>
        <p:txBody>
          <a:bodyPr>
            <a:noAutofit/>
          </a:bodyPr>
          <a:lstStyle>
            <a:lvl1pPr marL="285750" indent="-285750">
              <a:lnSpc>
                <a:spcPct val="110000"/>
              </a:lnSpc>
              <a:spcBef>
                <a:spcPts val="0"/>
              </a:spcBef>
              <a:spcAft>
                <a:spcPts val="600"/>
              </a:spcAft>
              <a:buFontTx/>
              <a:buBlip>
                <a:blip r:embed="rId5"/>
              </a:buBlip>
              <a:defRPr sz="1500" b="0" i="0">
                <a:ln>
                  <a:noFill/>
                </a:ln>
                <a:solidFill>
                  <a:srgbClr val="060645"/>
                </a:solidFill>
                <a:latin typeface="Poppins" panose="00000500000000000000" pitchFamily="2" charset="0"/>
                <a:cs typeface="Poppins" panose="00000500000000000000" pitchFamily="2" charset="0"/>
              </a:defRPr>
            </a:lvl1pPr>
            <a:lvl2pPr marL="742950" indent="-285750">
              <a:buFont typeface="Arial" panose="020B0604020202020204" pitchFamily="34" charset="0"/>
              <a:buChar char="•"/>
              <a:defRPr sz="1500">
                <a:ln>
                  <a:noFill/>
                </a:ln>
                <a:solidFill>
                  <a:srgbClr val="060645"/>
                </a:solidFill>
              </a:defRPr>
            </a:lvl2pPr>
            <a:lvl3pPr>
              <a:defRPr sz="1500">
                <a:ln>
                  <a:noFill/>
                </a:ln>
                <a:solidFill>
                  <a:srgbClr val="060645"/>
                </a:solidFill>
              </a:defRPr>
            </a:lvl3pPr>
            <a:lvl4pPr>
              <a:defRPr sz="1500">
                <a:ln>
                  <a:noFill/>
                </a:ln>
                <a:solidFill>
                  <a:srgbClr val="060645"/>
                </a:solidFill>
              </a:defRPr>
            </a:lvl4pPr>
            <a:lvl5pPr>
              <a:defRPr sz="1500">
                <a:ln>
                  <a:noFill/>
                </a:ln>
                <a:solidFill>
                  <a:srgbClr val="060645"/>
                </a:solidFill>
              </a:defRPr>
            </a:lvl5pPr>
            <a:lvl6pPr>
              <a:defRPr sz="1500">
                <a:solidFill>
                  <a:srgbClr val="060645"/>
                </a:solidFill>
              </a:defRPr>
            </a:lvl6pPr>
            <a:lvl7pPr>
              <a:defRPr sz="1500">
                <a:solidFill>
                  <a:srgbClr val="060645"/>
                </a:solidFill>
              </a:defRPr>
            </a:lvl7pPr>
            <a:lvl8pPr>
              <a:defRPr sz="1500">
                <a:solidFill>
                  <a:srgbClr val="060645"/>
                </a:solidFill>
              </a:defRPr>
            </a:lvl8pPr>
            <a:lvl9pPr>
              <a:defRPr sz="1500">
                <a:solidFill>
                  <a:srgbClr val="060645"/>
                </a:solidFill>
              </a:defRPr>
            </a:lvl9pPr>
          </a:lstStyle>
          <a:p>
            <a:pPr lvl="0"/>
            <a:r>
              <a:rPr lang="en-GB"/>
              <a:t>Body copy goes here</a:t>
            </a:r>
          </a:p>
        </p:txBody>
      </p:sp>
    </p:spTree>
    <p:extLst>
      <p:ext uri="{BB962C8B-B14F-4D97-AF65-F5344CB8AC3E}">
        <p14:creationId xmlns:p14="http://schemas.microsoft.com/office/powerpoint/2010/main" val="4605756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mp; Media - Blue">
    <p:bg>
      <p:bgPr>
        <a:blipFill dpi="0" rotWithShape="1">
          <a:blip r:embed="rId2" cstate="screen">
            <a:alphaModFix amt="8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4" name="Text Placeholder 11">
            <a:extLst>
              <a:ext uri="{FF2B5EF4-FFF2-40B4-BE49-F238E27FC236}">
                <a16:creationId xmlns:a16="http://schemas.microsoft.com/office/drawing/2014/main" id="{9A20ABB2-4946-8543-8051-832C526BDE70}"/>
              </a:ext>
            </a:extLst>
          </p:cNvPr>
          <p:cNvSpPr>
            <a:spLocks noGrp="1"/>
          </p:cNvSpPr>
          <p:nvPr>
            <p:ph type="body" sz="quarter" idx="12" hasCustomPrompt="1"/>
          </p:nvPr>
        </p:nvSpPr>
        <p:spPr>
          <a:xfrm>
            <a:off x="1001105"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5" name="Text Placeholder 11">
            <a:extLst>
              <a:ext uri="{FF2B5EF4-FFF2-40B4-BE49-F238E27FC236}">
                <a16:creationId xmlns:a16="http://schemas.microsoft.com/office/drawing/2014/main" id="{05F2301F-306F-F745-8E98-23873CA63381}"/>
              </a:ext>
            </a:extLst>
          </p:cNvPr>
          <p:cNvSpPr>
            <a:spLocks noGrp="1"/>
          </p:cNvSpPr>
          <p:nvPr>
            <p:ph type="body" sz="quarter" idx="14" hasCustomPrompt="1"/>
          </p:nvPr>
        </p:nvSpPr>
        <p:spPr>
          <a:xfrm>
            <a:off x="1001105"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17" name="Text Placeholder 11">
            <a:extLst>
              <a:ext uri="{FF2B5EF4-FFF2-40B4-BE49-F238E27FC236}">
                <a16:creationId xmlns:a16="http://schemas.microsoft.com/office/drawing/2014/main" id="{C560DF7B-AF74-3B4B-9618-C8D97385E9C0}"/>
              </a:ext>
            </a:extLst>
          </p:cNvPr>
          <p:cNvSpPr>
            <a:spLocks noGrp="1"/>
          </p:cNvSpPr>
          <p:nvPr>
            <p:ph type="body" sz="quarter" idx="19" hasCustomPrompt="1"/>
          </p:nvPr>
        </p:nvSpPr>
        <p:spPr>
          <a:xfrm>
            <a:off x="6288724"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8" name="Text Placeholder 11">
            <a:extLst>
              <a:ext uri="{FF2B5EF4-FFF2-40B4-BE49-F238E27FC236}">
                <a16:creationId xmlns:a16="http://schemas.microsoft.com/office/drawing/2014/main" id="{116DB742-7748-6B47-8825-E1F742F7A393}"/>
              </a:ext>
            </a:extLst>
          </p:cNvPr>
          <p:cNvSpPr>
            <a:spLocks noGrp="1"/>
          </p:cNvSpPr>
          <p:nvPr>
            <p:ph type="body" sz="quarter" idx="20" hasCustomPrompt="1"/>
          </p:nvPr>
        </p:nvSpPr>
        <p:spPr>
          <a:xfrm>
            <a:off x="6288724"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19" name="Text Placeholder 11">
            <a:extLst>
              <a:ext uri="{FF2B5EF4-FFF2-40B4-BE49-F238E27FC236}">
                <a16:creationId xmlns:a16="http://schemas.microsoft.com/office/drawing/2014/main" id="{4D9318EE-FBC8-5864-3CD0-AE0098E538F7}"/>
              </a:ext>
            </a:extLst>
          </p:cNvPr>
          <p:cNvSpPr>
            <a:spLocks noGrp="1"/>
          </p:cNvSpPr>
          <p:nvPr>
            <p:ph type="body" sz="quarter" idx="21" hasCustomPrompt="1"/>
          </p:nvPr>
        </p:nvSpPr>
        <p:spPr>
          <a:xfrm>
            <a:off x="413915" y="404664"/>
            <a:ext cx="10797426"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20" name="Text Placeholder 11">
            <a:extLst>
              <a:ext uri="{FF2B5EF4-FFF2-40B4-BE49-F238E27FC236}">
                <a16:creationId xmlns:a16="http://schemas.microsoft.com/office/drawing/2014/main" id="{E84F7B52-8D5A-AF1A-29EE-E205DB0920A2}"/>
              </a:ext>
            </a:extLst>
          </p:cNvPr>
          <p:cNvSpPr>
            <a:spLocks noGrp="1"/>
          </p:cNvSpPr>
          <p:nvPr>
            <p:ph type="body" sz="quarter" idx="22" hasCustomPrompt="1"/>
          </p:nvPr>
        </p:nvSpPr>
        <p:spPr>
          <a:xfrm>
            <a:off x="413915" y="912168"/>
            <a:ext cx="10797426"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3" name="Content Placeholder 3">
            <a:extLst>
              <a:ext uri="{FF2B5EF4-FFF2-40B4-BE49-F238E27FC236}">
                <a16:creationId xmlns:a16="http://schemas.microsoft.com/office/drawing/2014/main" id="{7D29F004-17E9-56AE-60BE-6AF7E9D45C7F}"/>
              </a:ext>
            </a:extLst>
          </p:cNvPr>
          <p:cNvSpPr>
            <a:spLocks noGrp="1"/>
          </p:cNvSpPr>
          <p:nvPr>
            <p:ph sz="half" idx="2"/>
          </p:nvPr>
        </p:nvSpPr>
        <p:spPr>
          <a:xfrm>
            <a:off x="1001105"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3"/>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3">
            <a:extLst>
              <a:ext uri="{FF2B5EF4-FFF2-40B4-BE49-F238E27FC236}">
                <a16:creationId xmlns:a16="http://schemas.microsoft.com/office/drawing/2014/main" id="{EEA18CF2-7030-5F92-17DA-C816F4E6622B}"/>
              </a:ext>
            </a:extLst>
          </p:cNvPr>
          <p:cNvSpPr>
            <a:spLocks noGrp="1"/>
          </p:cNvSpPr>
          <p:nvPr>
            <p:ph sz="half" idx="18"/>
          </p:nvPr>
        </p:nvSpPr>
        <p:spPr>
          <a:xfrm>
            <a:off x="6288724"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3"/>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2" name="Picture 1">
            <a:extLst>
              <a:ext uri="{FF2B5EF4-FFF2-40B4-BE49-F238E27FC236}">
                <a16:creationId xmlns:a16="http://schemas.microsoft.com/office/drawing/2014/main" id="{DEA096BC-E124-A3C8-7101-B7F957B0170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6" name="TextBox 5">
            <a:extLst>
              <a:ext uri="{FF2B5EF4-FFF2-40B4-BE49-F238E27FC236}">
                <a16:creationId xmlns:a16="http://schemas.microsoft.com/office/drawing/2014/main" id="{23F19E9F-F344-6302-5340-E96D54FF2151}"/>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pic>
        <p:nvPicPr>
          <p:cNvPr id="4" name="Picture 3" descr="The Open University Logo">
            <a:extLst>
              <a:ext uri="{FF2B5EF4-FFF2-40B4-BE49-F238E27FC236}">
                <a16:creationId xmlns:a16="http://schemas.microsoft.com/office/drawing/2014/main" id="{38D216E0-7352-C52F-6A35-B80CBA184970}"/>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Tree>
    <p:extLst>
      <p:ext uri="{BB962C8B-B14F-4D97-AF65-F5344CB8AC3E}">
        <p14:creationId xmlns:p14="http://schemas.microsoft.com/office/powerpoint/2010/main" val="12360226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mp; Media - Green">
    <p:bg>
      <p:bgPr>
        <a:blipFill dpi="0" rotWithShape="1">
          <a:blip r:embed="rId2" cstate="screen">
            <a:alphaModFix amt="6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7" name="Text Placeholder 11">
            <a:extLst>
              <a:ext uri="{FF2B5EF4-FFF2-40B4-BE49-F238E27FC236}">
                <a16:creationId xmlns:a16="http://schemas.microsoft.com/office/drawing/2014/main" id="{C2A4FC37-64F1-B22C-8E38-7A3C90DBFD8E}"/>
              </a:ext>
            </a:extLst>
          </p:cNvPr>
          <p:cNvSpPr>
            <a:spLocks noGrp="1"/>
          </p:cNvSpPr>
          <p:nvPr>
            <p:ph type="body" sz="quarter" idx="12" hasCustomPrompt="1"/>
          </p:nvPr>
        </p:nvSpPr>
        <p:spPr>
          <a:xfrm>
            <a:off x="1001105"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8" name="Text Placeholder 11">
            <a:extLst>
              <a:ext uri="{FF2B5EF4-FFF2-40B4-BE49-F238E27FC236}">
                <a16:creationId xmlns:a16="http://schemas.microsoft.com/office/drawing/2014/main" id="{0ABC2298-01AB-ED2E-6E05-CA32FACF9EBE}"/>
              </a:ext>
            </a:extLst>
          </p:cNvPr>
          <p:cNvSpPr>
            <a:spLocks noGrp="1"/>
          </p:cNvSpPr>
          <p:nvPr>
            <p:ph type="body" sz="quarter" idx="14" hasCustomPrompt="1"/>
          </p:nvPr>
        </p:nvSpPr>
        <p:spPr>
          <a:xfrm>
            <a:off x="1001105"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20" name="Text Placeholder 11">
            <a:extLst>
              <a:ext uri="{FF2B5EF4-FFF2-40B4-BE49-F238E27FC236}">
                <a16:creationId xmlns:a16="http://schemas.microsoft.com/office/drawing/2014/main" id="{8FAAEB2F-DEF2-71DD-AF98-C0A446D1229F}"/>
              </a:ext>
            </a:extLst>
          </p:cNvPr>
          <p:cNvSpPr>
            <a:spLocks noGrp="1"/>
          </p:cNvSpPr>
          <p:nvPr>
            <p:ph type="body" sz="quarter" idx="19" hasCustomPrompt="1"/>
          </p:nvPr>
        </p:nvSpPr>
        <p:spPr>
          <a:xfrm>
            <a:off x="6288724"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21" name="Text Placeholder 11">
            <a:extLst>
              <a:ext uri="{FF2B5EF4-FFF2-40B4-BE49-F238E27FC236}">
                <a16:creationId xmlns:a16="http://schemas.microsoft.com/office/drawing/2014/main" id="{8EA9D7F9-BC14-C206-DFF8-5ABCD5E6E7A5}"/>
              </a:ext>
            </a:extLst>
          </p:cNvPr>
          <p:cNvSpPr>
            <a:spLocks noGrp="1"/>
          </p:cNvSpPr>
          <p:nvPr>
            <p:ph type="body" sz="quarter" idx="20" hasCustomPrompt="1"/>
          </p:nvPr>
        </p:nvSpPr>
        <p:spPr>
          <a:xfrm>
            <a:off x="6288724"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13" name="Text Placeholder 11">
            <a:extLst>
              <a:ext uri="{FF2B5EF4-FFF2-40B4-BE49-F238E27FC236}">
                <a16:creationId xmlns:a16="http://schemas.microsoft.com/office/drawing/2014/main" id="{1C2A8E84-605E-EB25-4A36-3D3984B92A31}"/>
              </a:ext>
            </a:extLst>
          </p:cNvPr>
          <p:cNvSpPr>
            <a:spLocks noGrp="1"/>
          </p:cNvSpPr>
          <p:nvPr>
            <p:ph type="body" sz="quarter" idx="21" hasCustomPrompt="1"/>
          </p:nvPr>
        </p:nvSpPr>
        <p:spPr>
          <a:xfrm>
            <a:off x="413915" y="404664"/>
            <a:ext cx="10797426"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4" name="Text Placeholder 11">
            <a:extLst>
              <a:ext uri="{FF2B5EF4-FFF2-40B4-BE49-F238E27FC236}">
                <a16:creationId xmlns:a16="http://schemas.microsoft.com/office/drawing/2014/main" id="{96C642D6-66F1-8A0A-CDDC-2EBC92AF862D}"/>
              </a:ext>
            </a:extLst>
          </p:cNvPr>
          <p:cNvSpPr>
            <a:spLocks noGrp="1"/>
          </p:cNvSpPr>
          <p:nvPr>
            <p:ph type="body" sz="quarter" idx="22" hasCustomPrompt="1"/>
          </p:nvPr>
        </p:nvSpPr>
        <p:spPr>
          <a:xfrm>
            <a:off x="413915" y="912168"/>
            <a:ext cx="10797426"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2" name="Content Placeholder 3">
            <a:extLst>
              <a:ext uri="{FF2B5EF4-FFF2-40B4-BE49-F238E27FC236}">
                <a16:creationId xmlns:a16="http://schemas.microsoft.com/office/drawing/2014/main" id="{CA09EE3C-F0CF-8B96-88AA-6DE36F7A6CBC}"/>
              </a:ext>
            </a:extLst>
          </p:cNvPr>
          <p:cNvSpPr>
            <a:spLocks noGrp="1"/>
          </p:cNvSpPr>
          <p:nvPr>
            <p:ph sz="half" idx="2"/>
          </p:nvPr>
        </p:nvSpPr>
        <p:spPr>
          <a:xfrm>
            <a:off x="1001105"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3"/>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Content Placeholder 3">
            <a:extLst>
              <a:ext uri="{FF2B5EF4-FFF2-40B4-BE49-F238E27FC236}">
                <a16:creationId xmlns:a16="http://schemas.microsoft.com/office/drawing/2014/main" id="{9391E2F5-B870-1650-36DA-566F186BE6B9}"/>
              </a:ext>
            </a:extLst>
          </p:cNvPr>
          <p:cNvSpPr>
            <a:spLocks noGrp="1"/>
          </p:cNvSpPr>
          <p:nvPr>
            <p:ph sz="half" idx="18"/>
          </p:nvPr>
        </p:nvSpPr>
        <p:spPr>
          <a:xfrm>
            <a:off x="6288724"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3"/>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5" name="Picture 4">
            <a:extLst>
              <a:ext uri="{FF2B5EF4-FFF2-40B4-BE49-F238E27FC236}">
                <a16:creationId xmlns:a16="http://schemas.microsoft.com/office/drawing/2014/main" id="{FF3714E0-498A-B29B-94FB-DA93A6A9662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6" name="TextBox 5">
            <a:extLst>
              <a:ext uri="{FF2B5EF4-FFF2-40B4-BE49-F238E27FC236}">
                <a16:creationId xmlns:a16="http://schemas.microsoft.com/office/drawing/2014/main" id="{79E8BF09-B464-A1E1-02C2-01D09400BA77}"/>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pic>
        <p:nvPicPr>
          <p:cNvPr id="4" name="Picture 3" descr="The Open University Logo">
            <a:extLst>
              <a:ext uri="{FF2B5EF4-FFF2-40B4-BE49-F238E27FC236}">
                <a16:creationId xmlns:a16="http://schemas.microsoft.com/office/drawing/2014/main" id="{1EB04BC9-BBC1-9452-43AC-4FD759F04F16}"/>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Tree>
    <p:extLst>
      <p:ext uri="{BB962C8B-B14F-4D97-AF65-F5344CB8AC3E}">
        <p14:creationId xmlns:p14="http://schemas.microsoft.com/office/powerpoint/2010/main" val="3727310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mp; Media - Pink">
    <p:bg>
      <p:bgPr>
        <a:blipFill dpi="0" rotWithShape="1">
          <a:blip r:embed="rId2" cstate="screen">
            <a:alphaModFix amt="5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7" name="Text Placeholder 11">
            <a:extLst>
              <a:ext uri="{FF2B5EF4-FFF2-40B4-BE49-F238E27FC236}">
                <a16:creationId xmlns:a16="http://schemas.microsoft.com/office/drawing/2014/main" id="{DDA1F39E-370E-9BF5-101D-A0A5D784F8FC}"/>
              </a:ext>
            </a:extLst>
          </p:cNvPr>
          <p:cNvSpPr>
            <a:spLocks noGrp="1"/>
          </p:cNvSpPr>
          <p:nvPr>
            <p:ph type="body" sz="quarter" idx="12" hasCustomPrompt="1"/>
          </p:nvPr>
        </p:nvSpPr>
        <p:spPr>
          <a:xfrm>
            <a:off x="1001105"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8" name="Text Placeholder 11">
            <a:extLst>
              <a:ext uri="{FF2B5EF4-FFF2-40B4-BE49-F238E27FC236}">
                <a16:creationId xmlns:a16="http://schemas.microsoft.com/office/drawing/2014/main" id="{DFB8AF0D-6CCE-C411-DB47-6E723C872006}"/>
              </a:ext>
            </a:extLst>
          </p:cNvPr>
          <p:cNvSpPr>
            <a:spLocks noGrp="1"/>
          </p:cNvSpPr>
          <p:nvPr>
            <p:ph type="body" sz="quarter" idx="14" hasCustomPrompt="1"/>
          </p:nvPr>
        </p:nvSpPr>
        <p:spPr>
          <a:xfrm>
            <a:off x="1001105"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20" name="Text Placeholder 11">
            <a:extLst>
              <a:ext uri="{FF2B5EF4-FFF2-40B4-BE49-F238E27FC236}">
                <a16:creationId xmlns:a16="http://schemas.microsoft.com/office/drawing/2014/main" id="{77B68DC7-43A5-C3AB-0F02-A24CE21AC048}"/>
              </a:ext>
            </a:extLst>
          </p:cNvPr>
          <p:cNvSpPr>
            <a:spLocks noGrp="1"/>
          </p:cNvSpPr>
          <p:nvPr>
            <p:ph type="body" sz="quarter" idx="19" hasCustomPrompt="1"/>
          </p:nvPr>
        </p:nvSpPr>
        <p:spPr>
          <a:xfrm>
            <a:off x="6288724"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21" name="Text Placeholder 11">
            <a:extLst>
              <a:ext uri="{FF2B5EF4-FFF2-40B4-BE49-F238E27FC236}">
                <a16:creationId xmlns:a16="http://schemas.microsoft.com/office/drawing/2014/main" id="{998BAA85-672C-2406-1402-92D7361EB722}"/>
              </a:ext>
            </a:extLst>
          </p:cNvPr>
          <p:cNvSpPr>
            <a:spLocks noGrp="1"/>
          </p:cNvSpPr>
          <p:nvPr>
            <p:ph type="body" sz="quarter" idx="20" hasCustomPrompt="1"/>
          </p:nvPr>
        </p:nvSpPr>
        <p:spPr>
          <a:xfrm>
            <a:off x="6288724"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13" name="Text Placeholder 11">
            <a:extLst>
              <a:ext uri="{FF2B5EF4-FFF2-40B4-BE49-F238E27FC236}">
                <a16:creationId xmlns:a16="http://schemas.microsoft.com/office/drawing/2014/main" id="{4114C635-6BF1-6FFE-A4DB-8BB78F696D88}"/>
              </a:ext>
            </a:extLst>
          </p:cNvPr>
          <p:cNvSpPr>
            <a:spLocks noGrp="1"/>
          </p:cNvSpPr>
          <p:nvPr>
            <p:ph type="body" sz="quarter" idx="21" hasCustomPrompt="1"/>
          </p:nvPr>
        </p:nvSpPr>
        <p:spPr>
          <a:xfrm>
            <a:off x="413915" y="404664"/>
            <a:ext cx="10797426"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4" name="Text Placeholder 11">
            <a:extLst>
              <a:ext uri="{FF2B5EF4-FFF2-40B4-BE49-F238E27FC236}">
                <a16:creationId xmlns:a16="http://schemas.microsoft.com/office/drawing/2014/main" id="{FC530D6A-EBB8-CD26-B104-C0F70BBC946E}"/>
              </a:ext>
            </a:extLst>
          </p:cNvPr>
          <p:cNvSpPr>
            <a:spLocks noGrp="1"/>
          </p:cNvSpPr>
          <p:nvPr>
            <p:ph type="body" sz="quarter" idx="22" hasCustomPrompt="1"/>
          </p:nvPr>
        </p:nvSpPr>
        <p:spPr>
          <a:xfrm>
            <a:off x="413915" y="912168"/>
            <a:ext cx="10797426"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2" name="Content Placeholder 3">
            <a:extLst>
              <a:ext uri="{FF2B5EF4-FFF2-40B4-BE49-F238E27FC236}">
                <a16:creationId xmlns:a16="http://schemas.microsoft.com/office/drawing/2014/main" id="{3E24F392-DCB7-9BFE-802F-2C3A475EA0F3}"/>
              </a:ext>
            </a:extLst>
          </p:cNvPr>
          <p:cNvSpPr>
            <a:spLocks noGrp="1"/>
          </p:cNvSpPr>
          <p:nvPr>
            <p:ph sz="half" idx="2"/>
          </p:nvPr>
        </p:nvSpPr>
        <p:spPr>
          <a:xfrm>
            <a:off x="1001105"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3"/>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Content Placeholder 3">
            <a:extLst>
              <a:ext uri="{FF2B5EF4-FFF2-40B4-BE49-F238E27FC236}">
                <a16:creationId xmlns:a16="http://schemas.microsoft.com/office/drawing/2014/main" id="{C48C1F3A-E328-D7D8-0A81-F997F4F944DC}"/>
              </a:ext>
            </a:extLst>
          </p:cNvPr>
          <p:cNvSpPr>
            <a:spLocks noGrp="1"/>
          </p:cNvSpPr>
          <p:nvPr>
            <p:ph sz="half" idx="18"/>
          </p:nvPr>
        </p:nvSpPr>
        <p:spPr>
          <a:xfrm>
            <a:off x="6288724"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3"/>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5" name="Picture 4">
            <a:extLst>
              <a:ext uri="{FF2B5EF4-FFF2-40B4-BE49-F238E27FC236}">
                <a16:creationId xmlns:a16="http://schemas.microsoft.com/office/drawing/2014/main" id="{B15771C0-93BA-5ADF-64A4-2A43F86D54F2}"/>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6" name="TextBox 5">
            <a:extLst>
              <a:ext uri="{FF2B5EF4-FFF2-40B4-BE49-F238E27FC236}">
                <a16:creationId xmlns:a16="http://schemas.microsoft.com/office/drawing/2014/main" id="{7EBDBA90-2059-F1EB-DC4D-1F490EC5C85F}"/>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pic>
        <p:nvPicPr>
          <p:cNvPr id="4" name="Picture 3" descr="The Open University Logo">
            <a:extLst>
              <a:ext uri="{FF2B5EF4-FFF2-40B4-BE49-F238E27FC236}">
                <a16:creationId xmlns:a16="http://schemas.microsoft.com/office/drawing/2014/main" id="{DBE218AA-1FFB-BE5D-8642-2B04DCCE99A0}"/>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Tree>
    <p:extLst>
      <p:ext uri="{BB962C8B-B14F-4D97-AF65-F5344CB8AC3E}">
        <p14:creationId xmlns:p14="http://schemas.microsoft.com/office/powerpoint/2010/main" val="2197737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mp; Media - Yellow">
    <p:bg>
      <p:bgPr>
        <a:blipFill dpi="0" rotWithShape="1">
          <a:blip r:embed="rId2" cstate="screen">
            <a:alphaModFix amt="28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8EEEF07-1889-D507-89A8-BB2EE63EB0B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1180618" y="5846618"/>
            <a:ext cx="1011382" cy="1011382"/>
          </a:xfrm>
          <a:prstGeom prst="rect">
            <a:avLst/>
          </a:prstGeom>
        </p:spPr>
      </p:pic>
      <p:sp>
        <p:nvSpPr>
          <p:cNvPr id="17" name="Text Placeholder 11">
            <a:extLst>
              <a:ext uri="{FF2B5EF4-FFF2-40B4-BE49-F238E27FC236}">
                <a16:creationId xmlns:a16="http://schemas.microsoft.com/office/drawing/2014/main" id="{8BEC0FC6-0311-3559-C180-50FE399D9CC5}"/>
              </a:ext>
            </a:extLst>
          </p:cNvPr>
          <p:cNvSpPr>
            <a:spLocks noGrp="1"/>
          </p:cNvSpPr>
          <p:nvPr>
            <p:ph type="body" sz="quarter" idx="12" hasCustomPrompt="1"/>
          </p:nvPr>
        </p:nvSpPr>
        <p:spPr>
          <a:xfrm>
            <a:off x="1001105"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8" name="Text Placeholder 11">
            <a:extLst>
              <a:ext uri="{FF2B5EF4-FFF2-40B4-BE49-F238E27FC236}">
                <a16:creationId xmlns:a16="http://schemas.microsoft.com/office/drawing/2014/main" id="{D1F924AA-0E70-3369-B99A-AAFFD470F461}"/>
              </a:ext>
            </a:extLst>
          </p:cNvPr>
          <p:cNvSpPr>
            <a:spLocks noGrp="1"/>
          </p:cNvSpPr>
          <p:nvPr>
            <p:ph type="body" sz="quarter" idx="14" hasCustomPrompt="1"/>
          </p:nvPr>
        </p:nvSpPr>
        <p:spPr>
          <a:xfrm>
            <a:off x="1001105"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20" name="Text Placeholder 11">
            <a:extLst>
              <a:ext uri="{FF2B5EF4-FFF2-40B4-BE49-F238E27FC236}">
                <a16:creationId xmlns:a16="http://schemas.microsoft.com/office/drawing/2014/main" id="{F87F5EB3-C62D-D57D-1AAE-737B9D43A07A}"/>
              </a:ext>
            </a:extLst>
          </p:cNvPr>
          <p:cNvSpPr>
            <a:spLocks noGrp="1"/>
          </p:cNvSpPr>
          <p:nvPr>
            <p:ph type="body" sz="quarter" idx="19" hasCustomPrompt="1"/>
          </p:nvPr>
        </p:nvSpPr>
        <p:spPr>
          <a:xfrm>
            <a:off x="6288724" y="1676669"/>
            <a:ext cx="4128571" cy="27612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21" name="Text Placeholder 11">
            <a:extLst>
              <a:ext uri="{FF2B5EF4-FFF2-40B4-BE49-F238E27FC236}">
                <a16:creationId xmlns:a16="http://schemas.microsoft.com/office/drawing/2014/main" id="{1FD2D1B6-81BB-517B-130B-5D9202C4FAAB}"/>
              </a:ext>
            </a:extLst>
          </p:cNvPr>
          <p:cNvSpPr>
            <a:spLocks noGrp="1"/>
          </p:cNvSpPr>
          <p:nvPr>
            <p:ph type="body" sz="quarter" idx="20" hasCustomPrompt="1"/>
          </p:nvPr>
        </p:nvSpPr>
        <p:spPr>
          <a:xfrm>
            <a:off x="6288724" y="2093471"/>
            <a:ext cx="4922617" cy="474148"/>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25" name="TextBox 24">
            <a:extLst>
              <a:ext uri="{FF2B5EF4-FFF2-40B4-BE49-F238E27FC236}">
                <a16:creationId xmlns:a16="http://schemas.microsoft.com/office/drawing/2014/main" id="{2DFA7EF7-2594-397E-B832-BCDBA1E05203}"/>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chemeClr val="bg1"/>
                </a:solidFill>
                <a:latin typeface="Poppins" panose="00000500000000000000" pitchFamily="2" charset="0"/>
                <a:cs typeface="Poppins" panose="00000500000000000000" pitchFamily="2" charset="0"/>
              </a:rPr>
              <a:t>‹#›</a:t>
            </a:fld>
            <a:endParaRPr lang="en-GB" sz="1500">
              <a:solidFill>
                <a:schemeClr val="bg1"/>
              </a:solidFill>
              <a:latin typeface="Poppins" panose="00000500000000000000" pitchFamily="2" charset="0"/>
              <a:cs typeface="Poppins" panose="00000500000000000000" pitchFamily="2" charset="0"/>
            </a:endParaRPr>
          </a:p>
        </p:txBody>
      </p:sp>
      <p:sp>
        <p:nvSpPr>
          <p:cNvPr id="13" name="Text Placeholder 11">
            <a:extLst>
              <a:ext uri="{FF2B5EF4-FFF2-40B4-BE49-F238E27FC236}">
                <a16:creationId xmlns:a16="http://schemas.microsoft.com/office/drawing/2014/main" id="{C2BD26A5-F2B2-8F17-EF04-893F3851265E}"/>
              </a:ext>
            </a:extLst>
          </p:cNvPr>
          <p:cNvSpPr>
            <a:spLocks noGrp="1"/>
          </p:cNvSpPr>
          <p:nvPr>
            <p:ph type="body" sz="quarter" idx="21" hasCustomPrompt="1"/>
          </p:nvPr>
        </p:nvSpPr>
        <p:spPr>
          <a:xfrm>
            <a:off x="413915" y="404664"/>
            <a:ext cx="10797426"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4" name="Text Placeholder 11">
            <a:extLst>
              <a:ext uri="{FF2B5EF4-FFF2-40B4-BE49-F238E27FC236}">
                <a16:creationId xmlns:a16="http://schemas.microsoft.com/office/drawing/2014/main" id="{FA620FFB-407F-A512-2C9D-569EEBC1E883}"/>
              </a:ext>
            </a:extLst>
          </p:cNvPr>
          <p:cNvSpPr>
            <a:spLocks noGrp="1"/>
          </p:cNvSpPr>
          <p:nvPr>
            <p:ph type="body" sz="quarter" idx="22" hasCustomPrompt="1"/>
          </p:nvPr>
        </p:nvSpPr>
        <p:spPr>
          <a:xfrm>
            <a:off x="413915" y="912168"/>
            <a:ext cx="10797426"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2" name="Content Placeholder 3">
            <a:extLst>
              <a:ext uri="{FF2B5EF4-FFF2-40B4-BE49-F238E27FC236}">
                <a16:creationId xmlns:a16="http://schemas.microsoft.com/office/drawing/2014/main" id="{3F65C4A6-90EE-54F5-1CA2-BBB24F562C52}"/>
              </a:ext>
            </a:extLst>
          </p:cNvPr>
          <p:cNvSpPr>
            <a:spLocks noGrp="1"/>
          </p:cNvSpPr>
          <p:nvPr>
            <p:ph sz="half" idx="2"/>
          </p:nvPr>
        </p:nvSpPr>
        <p:spPr>
          <a:xfrm>
            <a:off x="1001105"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4"/>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Content Placeholder 3">
            <a:extLst>
              <a:ext uri="{FF2B5EF4-FFF2-40B4-BE49-F238E27FC236}">
                <a16:creationId xmlns:a16="http://schemas.microsoft.com/office/drawing/2014/main" id="{801F7FFA-E94E-A280-B1B5-ACAC603AC4BB}"/>
              </a:ext>
            </a:extLst>
          </p:cNvPr>
          <p:cNvSpPr>
            <a:spLocks noGrp="1"/>
          </p:cNvSpPr>
          <p:nvPr>
            <p:ph sz="half" idx="18"/>
          </p:nvPr>
        </p:nvSpPr>
        <p:spPr>
          <a:xfrm>
            <a:off x="6288724" y="2642305"/>
            <a:ext cx="4922617" cy="3072695"/>
          </a:xfrm>
          <a:prstGeom prst="rect">
            <a:avLst/>
          </a:prstGeom>
        </p:spPr>
        <p:txBody>
          <a:bodyPr>
            <a:noAutofit/>
          </a:bodyPr>
          <a:lstStyle>
            <a:lvl1pPr marL="228600" indent="-228600">
              <a:lnSpc>
                <a:spcPct val="110000"/>
              </a:lnSpc>
              <a:spcBef>
                <a:spcPts val="0"/>
              </a:spcBef>
              <a:spcAft>
                <a:spcPts val="600"/>
              </a:spcAft>
              <a:buFontTx/>
              <a:buBlip>
                <a:blip r:embed="rId4"/>
              </a:buBlip>
              <a:defRPr sz="1500">
                <a:solidFill>
                  <a:srgbClr val="060645"/>
                </a:solidFill>
                <a:latin typeface="Poppins" panose="00000500000000000000" pitchFamily="2" charset="0"/>
                <a:cs typeface="Poppins" panose="00000500000000000000" pitchFamily="2" charset="0"/>
              </a:defRPr>
            </a:lvl1pPr>
            <a:lvl2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2pPr>
            <a:lvl3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3pPr>
            <a:lvl4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4pPr>
            <a:lvl5pPr>
              <a:lnSpc>
                <a:spcPct val="110000"/>
              </a:lnSpc>
              <a:spcBef>
                <a:spcPts val="0"/>
              </a:spcBef>
              <a:spcAft>
                <a:spcPts val="600"/>
              </a:spcAft>
              <a:defRPr sz="1500">
                <a:solidFill>
                  <a:srgbClr val="060645"/>
                </a:solidFill>
                <a:latin typeface="Poppins" panose="00000500000000000000" pitchFamily="2" charset="0"/>
                <a:cs typeface="Poppins" panose="000005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5" name="Picture 4" descr="The Open University Logo">
            <a:extLst>
              <a:ext uri="{FF2B5EF4-FFF2-40B4-BE49-F238E27FC236}">
                <a16:creationId xmlns:a16="http://schemas.microsoft.com/office/drawing/2014/main" id="{5E1AC07D-4E2F-CEA1-4D8E-FFA7745DD919}"/>
              </a:ext>
              <a:ext uri="{C183D7F6-B498-43B3-948B-1728B52AA6E4}">
                <adec:decorative xmlns:adec="http://schemas.microsoft.com/office/drawing/2017/decorative" val="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Tree>
    <p:extLst>
      <p:ext uri="{BB962C8B-B14F-4D97-AF65-F5344CB8AC3E}">
        <p14:creationId xmlns:p14="http://schemas.microsoft.com/office/powerpoint/2010/main" val="34429783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Pie Chart &amp; Copy - White">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ound Single Corner of Rectangle 6">
            <a:extLst>
              <a:ext uri="{FF2B5EF4-FFF2-40B4-BE49-F238E27FC236}">
                <a16:creationId xmlns:a16="http://schemas.microsoft.com/office/drawing/2014/main" id="{CDACC711-C51A-FB4F-8AD7-5F9DB35F71F3}"/>
              </a:ext>
              <a:ext uri="{C183D7F6-B498-43B3-948B-1728B52AA6E4}">
                <adec:decorative xmlns:adec="http://schemas.microsoft.com/office/drawing/2017/decorative" val="1"/>
              </a:ext>
            </a:extLst>
          </p:cNvPr>
          <p:cNvSpPr/>
          <p:nvPr userDrawn="1"/>
        </p:nvSpPr>
        <p:spPr>
          <a:xfrm flipV="1">
            <a:off x="6096000" y="0"/>
            <a:ext cx="6096000" cy="6858000"/>
          </a:xfrm>
          <a:prstGeom prst="round1Rect">
            <a:avLst>
              <a:gd name="adj" fmla="val 20797"/>
            </a:avLst>
          </a:prstGeom>
          <a:solidFill>
            <a:srgbClr val="0606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spcBef>
                <a:spcPts val="0"/>
              </a:spcBef>
              <a:spcAft>
                <a:spcPts val="600"/>
              </a:spcAft>
            </a:pPr>
            <a:endParaRPr lang="en-US">
              <a:latin typeface="Poppins" panose="00000500000000000000" pitchFamily="2" charset="0"/>
            </a:endParaRPr>
          </a:p>
        </p:txBody>
      </p:sp>
      <p:sp>
        <p:nvSpPr>
          <p:cNvPr id="16" name="Text Placeholder 11">
            <a:extLst>
              <a:ext uri="{FF2B5EF4-FFF2-40B4-BE49-F238E27FC236}">
                <a16:creationId xmlns:a16="http://schemas.microsoft.com/office/drawing/2014/main" id="{481C071C-5A64-4146-A308-DE2C7FB11B85}"/>
              </a:ext>
            </a:extLst>
          </p:cNvPr>
          <p:cNvSpPr>
            <a:spLocks noGrp="1"/>
          </p:cNvSpPr>
          <p:nvPr>
            <p:ph type="body" sz="quarter" idx="12" hasCustomPrompt="1"/>
          </p:nvPr>
        </p:nvSpPr>
        <p:spPr>
          <a:xfrm>
            <a:off x="1001105" y="1676668"/>
            <a:ext cx="4325807" cy="289311"/>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800" b="1"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Section title</a:t>
            </a:r>
          </a:p>
        </p:txBody>
      </p:sp>
      <p:sp>
        <p:nvSpPr>
          <p:cNvPr id="17" name="Text Placeholder 11">
            <a:extLst>
              <a:ext uri="{FF2B5EF4-FFF2-40B4-BE49-F238E27FC236}">
                <a16:creationId xmlns:a16="http://schemas.microsoft.com/office/drawing/2014/main" id="{460542D6-22F5-6141-8C6F-6937620487FD}"/>
              </a:ext>
            </a:extLst>
          </p:cNvPr>
          <p:cNvSpPr>
            <a:spLocks noGrp="1"/>
          </p:cNvSpPr>
          <p:nvPr>
            <p:ph type="body" sz="quarter" idx="14" hasCustomPrompt="1"/>
          </p:nvPr>
        </p:nvSpPr>
        <p:spPr>
          <a:xfrm>
            <a:off x="1001105" y="2093471"/>
            <a:ext cx="4325807" cy="496800"/>
          </a:xfrm>
          <a:prstGeom prst="rect">
            <a:avLst/>
          </a:prstGeom>
        </p:spPr>
        <p:txBody>
          <a:bodyPr>
            <a:noAutofit/>
          </a:bodyPr>
          <a:lstStyle>
            <a:lvl1pPr marL="0" indent="0">
              <a:lnSpc>
                <a:spcPct val="110000"/>
              </a:lnSpc>
              <a:spcBef>
                <a:spcPts val="0"/>
              </a:spcBef>
              <a:spcAft>
                <a:spcPts val="600"/>
              </a:spcAft>
              <a:buFont typeface="Arial" panose="020B0604020202020204" pitchFamily="34" charset="0"/>
              <a:buNone/>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sp>
        <p:nvSpPr>
          <p:cNvPr id="22" name="TextBox 21">
            <a:extLst>
              <a:ext uri="{FF2B5EF4-FFF2-40B4-BE49-F238E27FC236}">
                <a16:creationId xmlns:a16="http://schemas.microsoft.com/office/drawing/2014/main" id="{EAD9D407-A97D-E17E-DBFA-25ABF15C9A31}"/>
              </a:ext>
            </a:extLst>
          </p:cNvPr>
          <p:cNvSpPr txBox="1"/>
          <p:nvPr userDrawn="1"/>
        </p:nvSpPr>
        <p:spPr>
          <a:xfrm>
            <a:off x="11515725" y="6493625"/>
            <a:ext cx="632251" cy="323165"/>
          </a:xfrm>
          <a:prstGeom prst="rect">
            <a:avLst/>
          </a:prstGeom>
          <a:noFill/>
        </p:spPr>
        <p:txBody>
          <a:bodyPr wrap="square" rtlCol="0">
            <a:spAutoFit/>
          </a:bodyPr>
          <a:lstStyle/>
          <a:p>
            <a:pPr algn="r"/>
            <a:fld id="{323858C3-E774-4B3F-8AA9-3979BAFA574F}" type="slidenum">
              <a:rPr lang="en-GB" sz="1500" smtClean="0">
                <a:solidFill>
                  <a:srgbClr val="060645"/>
                </a:solidFill>
                <a:latin typeface="Poppins" panose="00000500000000000000" pitchFamily="2" charset="0"/>
                <a:cs typeface="Poppins" panose="00000500000000000000" pitchFamily="2" charset="0"/>
              </a:rPr>
              <a:t>‹#›</a:t>
            </a:fld>
            <a:endParaRPr lang="en-GB" sz="1500">
              <a:solidFill>
                <a:srgbClr val="060645"/>
              </a:solidFill>
              <a:latin typeface="Poppins" panose="00000500000000000000" pitchFamily="2" charset="0"/>
              <a:cs typeface="Poppins" panose="00000500000000000000" pitchFamily="2" charset="0"/>
            </a:endParaRPr>
          </a:p>
        </p:txBody>
      </p:sp>
      <p:sp>
        <p:nvSpPr>
          <p:cNvPr id="12" name="Text Placeholder 11">
            <a:extLst>
              <a:ext uri="{FF2B5EF4-FFF2-40B4-BE49-F238E27FC236}">
                <a16:creationId xmlns:a16="http://schemas.microsoft.com/office/drawing/2014/main" id="{DEF331A0-8630-D550-918D-B67681D6E481}"/>
              </a:ext>
            </a:extLst>
          </p:cNvPr>
          <p:cNvSpPr>
            <a:spLocks noGrp="1"/>
          </p:cNvSpPr>
          <p:nvPr>
            <p:ph type="body" sz="quarter" idx="21" hasCustomPrompt="1"/>
          </p:nvPr>
        </p:nvSpPr>
        <p:spPr>
          <a:xfrm>
            <a:off x="413915" y="404664"/>
            <a:ext cx="4912997" cy="497161"/>
          </a:xfrm>
          <a:prstGeom prst="rect">
            <a:avLst/>
          </a:prstGeom>
        </p:spPr>
        <p:txBody>
          <a:bodyPr>
            <a:noAutofit/>
          </a:bodyPr>
          <a:lstStyle>
            <a:lvl1pPr marL="0" indent="0">
              <a:lnSpc>
                <a:spcPct val="110000"/>
              </a:lnSpc>
              <a:buNone/>
              <a:defRPr sz="3000" b="1" i="0">
                <a:ln>
                  <a:noFill/>
                </a:ln>
                <a:solidFill>
                  <a:srgbClr val="060645"/>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Page Title</a:t>
            </a:r>
          </a:p>
        </p:txBody>
      </p:sp>
      <p:sp>
        <p:nvSpPr>
          <p:cNvPr id="13" name="Text Placeholder 11">
            <a:extLst>
              <a:ext uri="{FF2B5EF4-FFF2-40B4-BE49-F238E27FC236}">
                <a16:creationId xmlns:a16="http://schemas.microsoft.com/office/drawing/2014/main" id="{2E1D5FB1-6523-35BC-D888-0047E262787E}"/>
              </a:ext>
            </a:extLst>
          </p:cNvPr>
          <p:cNvSpPr>
            <a:spLocks noGrp="1"/>
          </p:cNvSpPr>
          <p:nvPr>
            <p:ph type="body" sz="quarter" idx="22" hasCustomPrompt="1"/>
          </p:nvPr>
        </p:nvSpPr>
        <p:spPr>
          <a:xfrm>
            <a:off x="413915" y="912168"/>
            <a:ext cx="4912997" cy="289311"/>
          </a:xfrm>
          <a:prstGeom prst="rect">
            <a:avLst/>
          </a:prstGeom>
        </p:spPr>
        <p:txBody>
          <a:bodyPr>
            <a:noAutofit/>
          </a:bodyPr>
          <a:lstStyle>
            <a:lvl1pPr marL="0" indent="0">
              <a:lnSpc>
                <a:spcPct val="110000"/>
              </a:lnSpc>
              <a:buFont typeface="Arial" panose="020B0604020202020204" pitchFamily="34" charset="0"/>
              <a:buNone/>
              <a:defRPr sz="20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header</a:t>
            </a:r>
          </a:p>
        </p:txBody>
      </p:sp>
      <p:sp>
        <p:nvSpPr>
          <p:cNvPr id="3" name="Text Placeholder 11">
            <a:extLst>
              <a:ext uri="{FF2B5EF4-FFF2-40B4-BE49-F238E27FC236}">
                <a16:creationId xmlns:a16="http://schemas.microsoft.com/office/drawing/2014/main" id="{FBA357D1-B85B-5E43-48BE-75FF66F9019B}"/>
              </a:ext>
            </a:extLst>
          </p:cNvPr>
          <p:cNvSpPr>
            <a:spLocks noGrp="1"/>
          </p:cNvSpPr>
          <p:nvPr>
            <p:ph type="body" sz="quarter" idx="15" hasCustomPrompt="1"/>
          </p:nvPr>
        </p:nvSpPr>
        <p:spPr>
          <a:xfrm>
            <a:off x="1001105" y="2668674"/>
            <a:ext cx="4325807" cy="3041010"/>
          </a:xfrm>
          <a:prstGeom prst="rect">
            <a:avLst/>
          </a:prstGeom>
        </p:spPr>
        <p:txBody>
          <a:bodyPr>
            <a:noAutofit/>
          </a:bodyPr>
          <a:lstStyle>
            <a:lvl1pPr marL="285750" indent="-285750">
              <a:lnSpc>
                <a:spcPct val="110000"/>
              </a:lnSpc>
              <a:spcBef>
                <a:spcPts val="0"/>
              </a:spcBef>
              <a:spcAft>
                <a:spcPts val="600"/>
              </a:spcAft>
              <a:buFontTx/>
              <a:buBlip>
                <a:blip r:embed="rId3"/>
              </a:buBlip>
              <a:defRPr sz="1500" b="0" i="0">
                <a:ln>
                  <a:noFill/>
                </a:ln>
                <a:solidFill>
                  <a:srgbClr val="060645"/>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Body copy goes here.</a:t>
            </a:r>
          </a:p>
        </p:txBody>
      </p:sp>
      <p:pic>
        <p:nvPicPr>
          <p:cNvPr id="2" name="Picture 1" descr="The Open University Logo">
            <a:extLst>
              <a:ext uri="{FF2B5EF4-FFF2-40B4-BE49-F238E27FC236}">
                <a16:creationId xmlns:a16="http://schemas.microsoft.com/office/drawing/2014/main" id="{6A75198C-6ADB-FB44-7D03-6F5213AC312E}"/>
              </a:ext>
              <a:ext uri="{C183D7F6-B498-43B3-948B-1728B52AA6E4}">
                <adec:decorative xmlns:adec="http://schemas.microsoft.com/office/drawing/2017/decorative" val="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469676" y="5829301"/>
            <a:ext cx="1709990" cy="584196"/>
          </a:xfrm>
          <a:prstGeom prst="rect">
            <a:avLst/>
          </a:prstGeom>
        </p:spPr>
      </p:pic>
    </p:spTree>
    <p:extLst>
      <p:ext uri="{BB962C8B-B14F-4D97-AF65-F5344CB8AC3E}">
        <p14:creationId xmlns:p14="http://schemas.microsoft.com/office/powerpoint/2010/main" val="26505071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Front Cover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79A3FDC1-DA18-B647-8002-951F8A2778A7}"/>
              </a:ext>
            </a:extLst>
          </p:cNvPr>
          <p:cNvSpPr>
            <a:spLocks noGrp="1"/>
          </p:cNvSpPr>
          <p:nvPr>
            <p:ph type="pic" sz="quarter" idx="10"/>
          </p:nvPr>
        </p:nvSpPr>
        <p:spPr>
          <a:xfrm>
            <a:off x="6095998" y="0"/>
            <a:ext cx="6098726" cy="3810000"/>
          </a:xfrm>
          <a:custGeom>
            <a:avLst/>
            <a:gdLst>
              <a:gd name="connsiteX0" fmla="*/ 1626032 w 7810500"/>
              <a:gd name="connsiteY0" fmla="*/ 0 h 3810000"/>
              <a:gd name="connsiteX1" fmla="*/ 6184468 w 7810500"/>
              <a:gd name="connsiteY1" fmla="*/ 0 h 3810000"/>
              <a:gd name="connsiteX2" fmla="*/ 7810500 w 7810500"/>
              <a:gd name="connsiteY2" fmla="*/ 1626032 h 3810000"/>
              <a:gd name="connsiteX3" fmla="*/ 7810500 w 7810500"/>
              <a:gd name="connsiteY3" fmla="*/ 3625329 h 3810000"/>
              <a:gd name="connsiteX4" fmla="*/ 7625829 w 7810500"/>
              <a:gd name="connsiteY4" fmla="*/ 3810000 h 3810000"/>
              <a:gd name="connsiteX5" fmla="*/ 184671 w 7810500"/>
              <a:gd name="connsiteY5" fmla="*/ 3810000 h 3810000"/>
              <a:gd name="connsiteX6" fmla="*/ 0 w 7810500"/>
              <a:gd name="connsiteY6" fmla="*/ 3625329 h 3810000"/>
              <a:gd name="connsiteX7" fmla="*/ 0 w 7810500"/>
              <a:gd name="connsiteY7" fmla="*/ 1626032 h 3810000"/>
              <a:gd name="connsiteX8" fmla="*/ 1626032 w 7810500"/>
              <a:gd name="connsiteY8" fmla="*/ 0 h 3810000"/>
              <a:gd name="connsiteX0" fmla="*/ 1626032 w 7810500"/>
              <a:gd name="connsiteY0" fmla="*/ 0 h 3810000"/>
              <a:gd name="connsiteX1" fmla="*/ 6184468 w 7810500"/>
              <a:gd name="connsiteY1" fmla="*/ 0 h 3810000"/>
              <a:gd name="connsiteX2" fmla="*/ 7810500 w 7810500"/>
              <a:gd name="connsiteY2" fmla="*/ 3625329 h 3810000"/>
              <a:gd name="connsiteX3" fmla="*/ 7625829 w 7810500"/>
              <a:gd name="connsiteY3" fmla="*/ 3810000 h 3810000"/>
              <a:gd name="connsiteX4" fmla="*/ 184671 w 7810500"/>
              <a:gd name="connsiteY4" fmla="*/ 3810000 h 3810000"/>
              <a:gd name="connsiteX5" fmla="*/ 0 w 7810500"/>
              <a:gd name="connsiteY5" fmla="*/ 3625329 h 3810000"/>
              <a:gd name="connsiteX6" fmla="*/ 0 w 7810500"/>
              <a:gd name="connsiteY6" fmla="*/ 1626032 h 3810000"/>
              <a:gd name="connsiteX7" fmla="*/ 1626032 w 7810500"/>
              <a:gd name="connsiteY7" fmla="*/ 0 h 3810000"/>
              <a:gd name="connsiteX0" fmla="*/ 1626032 w 7963808"/>
              <a:gd name="connsiteY0" fmla="*/ 0 h 3810000"/>
              <a:gd name="connsiteX1" fmla="*/ 6184468 w 7963808"/>
              <a:gd name="connsiteY1" fmla="*/ 0 h 3810000"/>
              <a:gd name="connsiteX2" fmla="*/ 7625829 w 7963808"/>
              <a:gd name="connsiteY2" fmla="*/ 3810000 h 3810000"/>
              <a:gd name="connsiteX3" fmla="*/ 184671 w 7963808"/>
              <a:gd name="connsiteY3" fmla="*/ 3810000 h 3810000"/>
              <a:gd name="connsiteX4" fmla="*/ 0 w 7963808"/>
              <a:gd name="connsiteY4" fmla="*/ 3625329 h 3810000"/>
              <a:gd name="connsiteX5" fmla="*/ 0 w 7963808"/>
              <a:gd name="connsiteY5" fmla="*/ 1626032 h 3810000"/>
              <a:gd name="connsiteX6" fmla="*/ 1626032 w 7963808"/>
              <a:gd name="connsiteY6" fmla="*/ 0 h 3810000"/>
              <a:gd name="connsiteX0" fmla="*/ 1626032 w 6876799"/>
              <a:gd name="connsiteY0" fmla="*/ 0 h 3810000"/>
              <a:gd name="connsiteX1" fmla="*/ 6184468 w 6876799"/>
              <a:gd name="connsiteY1" fmla="*/ 0 h 3810000"/>
              <a:gd name="connsiteX2" fmla="*/ 6063729 w 6876799"/>
              <a:gd name="connsiteY2" fmla="*/ 3797300 h 3810000"/>
              <a:gd name="connsiteX3" fmla="*/ 184671 w 6876799"/>
              <a:gd name="connsiteY3" fmla="*/ 3810000 h 3810000"/>
              <a:gd name="connsiteX4" fmla="*/ 0 w 6876799"/>
              <a:gd name="connsiteY4" fmla="*/ 3625329 h 3810000"/>
              <a:gd name="connsiteX5" fmla="*/ 0 w 6876799"/>
              <a:gd name="connsiteY5" fmla="*/ 1626032 h 3810000"/>
              <a:gd name="connsiteX6" fmla="*/ 1626032 w 6876799"/>
              <a:gd name="connsiteY6" fmla="*/ 0 h 3810000"/>
              <a:gd name="connsiteX0" fmla="*/ 1626032 w 6601473"/>
              <a:gd name="connsiteY0" fmla="*/ 0 h 3810000"/>
              <a:gd name="connsiteX1" fmla="*/ 6184468 w 6601473"/>
              <a:gd name="connsiteY1" fmla="*/ 0 h 3810000"/>
              <a:gd name="connsiteX2" fmla="*/ 6063729 w 6601473"/>
              <a:gd name="connsiteY2" fmla="*/ 3797300 h 3810000"/>
              <a:gd name="connsiteX3" fmla="*/ 184671 w 6601473"/>
              <a:gd name="connsiteY3" fmla="*/ 3810000 h 3810000"/>
              <a:gd name="connsiteX4" fmla="*/ 0 w 6601473"/>
              <a:gd name="connsiteY4" fmla="*/ 3625329 h 3810000"/>
              <a:gd name="connsiteX5" fmla="*/ 0 w 6601473"/>
              <a:gd name="connsiteY5" fmla="*/ 1626032 h 3810000"/>
              <a:gd name="connsiteX6" fmla="*/ 1626032 w 6601473"/>
              <a:gd name="connsiteY6" fmla="*/ 0 h 3810000"/>
              <a:gd name="connsiteX0" fmla="*/ 1626032 w 6605873"/>
              <a:gd name="connsiteY0" fmla="*/ 0 h 3810000"/>
              <a:gd name="connsiteX1" fmla="*/ 6184468 w 6605873"/>
              <a:gd name="connsiteY1" fmla="*/ 0 h 3810000"/>
              <a:gd name="connsiteX2" fmla="*/ 6082779 w 6605873"/>
              <a:gd name="connsiteY2" fmla="*/ 3802063 h 3810000"/>
              <a:gd name="connsiteX3" fmla="*/ 184671 w 6605873"/>
              <a:gd name="connsiteY3" fmla="*/ 3810000 h 3810000"/>
              <a:gd name="connsiteX4" fmla="*/ 0 w 6605873"/>
              <a:gd name="connsiteY4" fmla="*/ 3625329 h 3810000"/>
              <a:gd name="connsiteX5" fmla="*/ 0 w 6605873"/>
              <a:gd name="connsiteY5" fmla="*/ 1626032 h 3810000"/>
              <a:gd name="connsiteX6" fmla="*/ 1626032 w 6605873"/>
              <a:gd name="connsiteY6" fmla="*/ 0 h 3810000"/>
              <a:gd name="connsiteX0" fmla="*/ 1626032 w 6524678"/>
              <a:gd name="connsiteY0" fmla="*/ 6350 h 3816350"/>
              <a:gd name="connsiteX1" fmla="*/ 6076518 w 6524678"/>
              <a:gd name="connsiteY1" fmla="*/ 0 h 3816350"/>
              <a:gd name="connsiteX2" fmla="*/ 6082779 w 6524678"/>
              <a:gd name="connsiteY2" fmla="*/ 3808413 h 3816350"/>
              <a:gd name="connsiteX3" fmla="*/ 184671 w 6524678"/>
              <a:gd name="connsiteY3" fmla="*/ 3816350 h 3816350"/>
              <a:gd name="connsiteX4" fmla="*/ 0 w 6524678"/>
              <a:gd name="connsiteY4" fmla="*/ 3631679 h 3816350"/>
              <a:gd name="connsiteX5" fmla="*/ 0 w 6524678"/>
              <a:gd name="connsiteY5" fmla="*/ 1632382 h 3816350"/>
              <a:gd name="connsiteX6" fmla="*/ 1626032 w 6524678"/>
              <a:gd name="connsiteY6" fmla="*/ 6350 h 3816350"/>
              <a:gd name="connsiteX0" fmla="*/ 1626032 w 6087407"/>
              <a:gd name="connsiteY0" fmla="*/ 6350 h 3816350"/>
              <a:gd name="connsiteX1" fmla="*/ 6076518 w 6087407"/>
              <a:gd name="connsiteY1" fmla="*/ 0 h 3816350"/>
              <a:gd name="connsiteX2" fmla="*/ 6082779 w 6087407"/>
              <a:gd name="connsiteY2" fmla="*/ 3808413 h 3816350"/>
              <a:gd name="connsiteX3" fmla="*/ 184671 w 6087407"/>
              <a:gd name="connsiteY3" fmla="*/ 3816350 h 3816350"/>
              <a:gd name="connsiteX4" fmla="*/ 0 w 6087407"/>
              <a:gd name="connsiteY4" fmla="*/ 3631679 h 3816350"/>
              <a:gd name="connsiteX5" fmla="*/ 0 w 6087407"/>
              <a:gd name="connsiteY5" fmla="*/ 1632382 h 3816350"/>
              <a:gd name="connsiteX6" fmla="*/ 1626032 w 6087407"/>
              <a:gd name="connsiteY6" fmla="*/ 6350 h 3816350"/>
              <a:gd name="connsiteX0" fmla="*/ 1626032 w 6100891"/>
              <a:gd name="connsiteY0" fmla="*/ 0 h 3810000"/>
              <a:gd name="connsiteX1" fmla="*/ 6097949 w 6100891"/>
              <a:gd name="connsiteY1" fmla="*/ 794 h 3810000"/>
              <a:gd name="connsiteX2" fmla="*/ 6082779 w 6100891"/>
              <a:gd name="connsiteY2" fmla="*/ 3802063 h 3810000"/>
              <a:gd name="connsiteX3" fmla="*/ 184671 w 6100891"/>
              <a:gd name="connsiteY3" fmla="*/ 3810000 h 3810000"/>
              <a:gd name="connsiteX4" fmla="*/ 0 w 6100891"/>
              <a:gd name="connsiteY4" fmla="*/ 3625329 h 3810000"/>
              <a:gd name="connsiteX5" fmla="*/ 0 w 6100891"/>
              <a:gd name="connsiteY5" fmla="*/ 1626032 h 3810000"/>
              <a:gd name="connsiteX6" fmla="*/ 1626032 w 6100891"/>
              <a:gd name="connsiteY6" fmla="*/ 0 h 3810000"/>
              <a:gd name="connsiteX0" fmla="*/ 1626032 w 6098322"/>
              <a:gd name="connsiteY0" fmla="*/ 0 h 3810000"/>
              <a:gd name="connsiteX1" fmla="*/ 6097949 w 6098322"/>
              <a:gd name="connsiteY1" fmla="*/ 794 h 3810000"/>
              <a:gd name="connsiteX2" fmla="*/ 6082779 w 6098322"/>
              <a:gd name="connsiteY2" fmla="*/ 3802063 h 3810000"/>
              <a:gd name="connsiteX3" fmla="*/ 184671 w 6098322"/>
              <a:gd name="connsiteY3" fmla="*/ 3810000 h 3810000"/>
              <a:gd name="connsiteX4" fmla="*/ 0 w 6098322"/>
              <a:gd name="connsiteY4" fmla="*/ 3625329 h 3810000"/>
              <a:gd name="connsiteX5" fmla="*/ 0 w 6098322"/>
              <a:gd name="connsiteY5" fmla="*/ 1626032 h 3810000"/>
              <a:gd name="connsiteX6" fmla="*/ 1626032 w 6098322"/>
              <a:gd name="connsiteY6" fmla="*/ 0 h 3810000"/>
              <a:gd name="connsiteX0" fmla="*/ 1626032 w 6102062"/>
              <a:gd name="connsiteY0" fmla="*/ 0 h 3810000"/>
              <a:gd name="connsiteX1" fmla="*/ 6097949 w 6102062"/>
              <a:gd name="connsiteY1" fmla="*/ 794 h 3810000"/>
              <a:gd name="connsiteX2" fmla="*/ 6097066 w 6102062"/>
              <a:gd name="connsiteY2" fmla="*/ 3806825 h 3810000"/>
              <a:gd name="connsiteX3" fmla="*/ 184671 w 6102062"/>
              <a:gd name="connsiteY3" fmla="*/ 3810000 h 3810000"/>
              <a:gd name="connsiteX4" fmla="*/ 0 w 6102062"/>
              <a:gd name="connsiteY4" fmla="*/ 3625329 h 3810000"/>
              <a:gd name="connsiteX5" fmla="*/ 0 w 6102062"/>
              <a:gd name="connsiteY5" fmla="*/ 1626032 h 3810000"/>
              <a:gd name="connsiteX6" fmla="*/ 1626032 w 6102062"/>
              <a:gd name="connsiteY6" fmla="*/ 0 h 3810000"/>
              <a:gd name="connsiteX0" fmla="*/ 1626032 w 6098726"/>
              <a:gd name="connsiteY0" fmla="*/ 0 h 3810000"/>
              <a:gd name="connsiteX1" fmla="*/ 6097949 w 6098726"/>
              <a:gd name="connsiteY1" fmla="*/ 794 h 3810000"/>
              <a:gd name="connsiteX2" fmla="*/ 6097066 w 6098726"/>
              <a:gd name="connsiteY2" fmla="*/ 3806825 h 3810000"/>
              <a:gd name="connsiteX3" fmla="*/ 184671 w 6098726"/>
              <a:gd name="connsiteY3" fmla="*/ 3810000 h 3810000"/>
              <a:gd name="connsiteX4" fmla="*/ 0 w 6098726"/>
              <a:gd name="connsiteY4" fmla="*/ 3625329 h 3810000"/>
              <a:gd name="connsiteX5" fmla="*/ 0 w 6098726"/>
              <a:gd name="connsiteY5" fmla="*/ 1626032 h 3810000"/>
              <a:gd name="connsiteX6" fmla="*/ 1626032 w 6098726"/>
              <a:gd name="connsiteY6" fmla="*/ 0 h 38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726" h="3810000">
                <a:moveTo>
                  <a:pt x="1626032" y="0"/>
                </a:moveTo>
                <a:lnTo>
                  <a:pt x="6097949" y="794"/>
                </a:lnTo>
                <a:cubicBezTo>
                  <a:pt x="6100171" y="1699419"/>
                  <a:pt x="6096907" y="2640806"/>
                  <a:pt x="6097066" y="3806825"/>
                </a:cubicBezTo>
                <a:lnTo>
                  <a:pt x="184671" y="3810000"/>
                </a:lnTo>
                <a:cubicBezTo>
                  <a:pt x="82680" y="3810000"/>
                  <a:pt x="0" y="3727320"/>
                  <a:pt x="0" y="3625329"/>
                </a:cubicBezTo>
                <a:lnTo>
                  <a:pt x="0" y="1626032"/>
                </a:lnTo>
                <a:cubicBezTo>
                  <a:pt x="0" y="727999"/>
                  <a:pt x="727999" y="0"/>
                  <a:pt x="1626032" y="0"/>
                </a:cubicBezTo>
                <a:close/>
              </a:path>
            </a:pathLst>
          </a:custGeom>
        </p:spPr>
        <p:txBody>
          <a:bodyPr>
            <a:normAutofit/>
          </a:bodyPr>
          <a:lstStyle>
            <a:lvl1pPr marL="0" indent="0" algn="r">
              <a:buNone/>
              <a:defRPr sz="1800">
                <a:solidFill>
                  <a:schemeClr val="bg1"/>
                </a:solidFill>
                <a:latin typeface="Poppins" panose="00000500000000000000" pitchFamily="2" charset="0"/>
                <a:cs typeface="Poppins" panose="00000500000000000000" pitchFamily="2" charset="0"/>
              </a:defRPr>
            </a:lvl1pPr>
          </a:lstStyle>
          <a:p>
            <a:r>
              <a:rPr lang="en-US"/>
              <a:t>Click icon to add picture</a:t>
            </a:r>
          </a:p>
        </p:txBody>
      </p:sp>
      <p:pic>
        <p:nvPicPr>
          <p:cNvPr id="10" name="Picture 9">
            <a:extLst>
              <a:ext uri="{FF2B5EF4-FFF2-40B4-BE49-F238E27FC236}">
                <a16:creationId xmlns:a16="http://schemas.microsoft.com/office/drawing/2014/main" id="{0828ED38-053B-074D-A6A5-1C9374EA7F4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3810000"/>
            <a:ext cx="6096000" cy="3048000"/>
          </a:xfrm>
          <a:prstGeom prst="rect">
            <a:avLst/>
          </a:prstGeom>
        </p:spPr>
      </p:pic>
      <p:sp>
        <p:nvSpPr>
          <p:cNvPr id="12" name="Text Placeholder 11">
            <a:extLst>
              <a:ext uri="{FF2B5EF4-FFF2-40B4-BE49-F238E27FC236}">
                <a16:creationId xmlns:a16="http://schemas.microsoft.com/office/drawing/2014/main" id="{25F86F0A-6A1A-3248-8370-3930F881013A}"/>
              </a:ext>
            </a:extLst>
          </p:cNvPr>
          <p:cNvSpPr>
            <a:spLocks noGrp="1"/>
          </p:cNvSpPr>
          <p:nvPr>
            <p:ph type="body" sz="quarter" idx="11" hasCustomPrompt="1"/>
          </p:nvPr>
        </p:nvSpPr>
        <p:spPr>
          <a:xfrm>
            <a:off x="408207" y="559121"/>
            <a:ext cx="5557585" cy="1800200"/>
          </a:xfrm>
        </p:spPr>
        <p:txBody>
          <a:bodyPr>
            <a:noAutofit/>
          </a:bodyPr>
          <a:lstStyle>
            <a:lvl1pPr marL="0" indent="0">
              <a:buNone/>
              <a:defRPr sz="5500" b="1" i="0">
                <a:ln>
                  <a:noFill/>
                </a:ln>
                <a:solidFill>
                  <a:schemeClr val="bg1"/>
                </a:solidFill>
                <a:latin typeface="Poppins SemiBold" pitchFamily="2" charset="77"/>
                <a:cs typeface="Poppins SemiBold" pitchFamily="2" charset="77"/>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Front cover title goes here</a:t>
            </a:r>
          </a:p>
        </p:txBody>
      </p:sp>
      <p:sp>
        <p:nvSpPr>
          <p:cNvPr id="7" name="Text Placeholder 11">
            <a:extLst>
              <a:ext uri="{FF2B5EF4-FFF2-40B4-BE49-F238E27FC236}">
                <a16:creationId xmlns:a16="http://schemas.microsoft.com/office/drawing/2014/main" id="{01B5291B-A0B5-0A34-5C7E-79E2E3F68ACC}"/>
              </a:ext>
            </a:extLst>
          </p:cNvPr>
          <p:cNvSpPr>
            <a:spLocks noGrp="1"/>
          </p:cNvSpPr>
          <p:nvPr>
            <p:ph type="body" sz="quarter" idx="12" hasCustomPrompt="1"/>
          </p:nvPr>
        </p:nvSpPr>
        <p:spPr>
          <a:xfrm>
            <a:off x="408208" y="2431330"/>
            <a:ext cx="5557584" cy="1305402"/>
          </a:xfrm>
        </p:spPr>
        <p:txBody>
          <a:bodyPr>
            <a:noAutofit/>
          </a:bodyPr>
          <a:lstStyle>
            <a:lvl1pPr marL="0" indent="0">
              <a:lnSpc>
                <a:spcPct val="110000"/>
              </a:lnSpc>
              <a:spcBef>
                <a:spcPts val="0"/>
              </a:spcBef>
              <a:buNone/>
              <a:defRPr sz="30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Sub title</a:t>
            </a:r>
          </a:p>
        </p:txBody>
      </p:sp>
      <p:sp>
        <p:nvSpPr>
          <p:cNvPr id="2" name="Text Placeholder 11">
            <a:extLst>
              <a:ext uri="{FF2B5EF4-FFF2-40B4-BE49-F238E27FC236}">
                <a16:creationId xmlns:a16="http://schemas.microsoft.com/office/drawing/2014/main" id="{8D5457D4-902F-B0A0-0CA3-AB0C3D54F72F}"/>
              </a:ext>
            </a:extLst>
          </p:cNvPr>
          <p:cNvSpPr>
            <a:spLocks noGrp="1"/>
          </p:cNvSpPr>
          <p:nvPr>
            <p:ph type="body" sz="quarter" idx="13" hasCustomPrompt="1"/>
          </p:nvPr>
        </p:nvSpPr>
        <p:spPr>
          <a:xfrm>
            <a:off x="408208" y="3846892"/>
            <a:ext cx="5557584" cy="347039"/>
          </a:xfrm>
        </p:spPr>
        <p:txBody>
          <a:bodyPr>
            <a:noAutofit/>
          </a:bodyPr>
          <a:lstStyle>
            <a:lvl1pPr marL="0" indent="0">
              <a:lnSpc>
                <a:spcPct val="110000"/>
              </a:lnSpc>
              <a:spcBef>
                <a:spcPts val="0"/>
              </a:spcBef>
              <a:buNone/>
              <a:defRPr sz="1600" b="1"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Presenter name</a:t>
            </a:r>
          </a:p>
        </p:txBody>
      </p:sp>
      <p:sp>
        <p:nvSpPr>
          <p:cNvPr id="3" name="Text Placeholder 11">
            <a:extLst>
              <a:ext uri="{FF2B5EF4-FFF2-40B4-BE49-F238E27FC236}">
                <a16:creationId xmlns:a16="http://schemas.microsoft.com/office/drawing/2014/main" id="{14F31047-4864-D68A-2944-4FD900DC0466}"/>
              </a:ext>
            </a:extLst>
          </p:cNvPr>
          <p:cNvSpPr>
            <a:spLocks noGrp="1"/>
          </p:cNvSpPr>
          <p:nvPr>
            <p:ph type="body" sz="quarter" idx="14" hasCustomPrompt="1"/>
          </p:nvPr>
        </p:nvSpPr>
        <p:spPr>
          <a:xfrm>
            <a:off x="408208" y="4198584"/>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Department name</a:t>
            </a:r>
          </a:p>
        </p:txBody>
      </p:sp>
      <p:sp>
        <p:nvSpPr>
          <p:cNvPr id="4" name="Text Placeholder 11">
            <a:extLst>
              <a:ext uri="{FF2B5EF4-FFF2-40B4-BE49-F238E27FC236}">
                <a16:creationId xmlns:a16="http://schemas.microsoft.com/office/drawing/2014/main" id="{04D3CA51-9B82-D8B8-96F1-42FE5F9B17AD}"/>
              </a:ext>
            </a:extLst>
          </p:cNvPr>
          <p:cNvSpPr>
            <a:spLocks noGrp="1"/>
          </p:cNvSpPr>
          <p:nvPr>
            <p:ph type="body" sz="quarter" idx="15" hasCustomPrompt="1"/>
          </p:nvPr>
        </p:nvSpPr>
        <p:spPr>
          <a:xfrm>
            <a:off x="408208" y="4545623"/>
            <a:ext cx="5557584" cy="347039"/>
          </a:xfrm>
        </p:spPr>
        <p:txBody>
          <a:bodyPr>
            <a:noAutofit/>
          </a:bodyPr>
          <a:lstStyle>
            <a:lvl1pPr marL="0" indent="0">
              <a:lnSpc>
                <a:spcPct val="110000"/>
              </a:lnSpc>
              <a:spcBef>
                <a:spcPts val="0"/>
              </a:spcBef>
              <a:buNone/>
              <a:defRPr sz="1600" b="0" i="0">
                <a:ln>
                  <a:noFill/>
                </a:ln>
                <a:solidFill>
                  <a:schemeClr val="bg1"/>
                </a:solidFill>
                <a:latin typeface="Poppins" panose="00000500000000000000" pitchFamily="2" charset="0"/>
                <a:cs typeface="Poppins" panose="00000500000000000000" pitchFamily="2" charset="0"/>
              </a:defRPr>
            </a:lvl1pPr>
            <a:lvl2pPr>
              <a:defRPr>
                <a:ln>
                  <a:noFill/>
                </a:ln>
                <a:solidFill>
                  <a:schemeClr val="bg1"/>
                </a:solidFill>
              </a:defRPr>
            </a:lvl2pPr>
            <a:lvl3pPr>
              <a:defRPr>
                <a:ln>
                  <a:noFill/>
                </a:ln>
                <a:solidFill>
                  <a:schemeClr val="bg1"/>
                </a:solidFill>
              </a:defRPr>
            </a:lvl3pPr>
            <a:lvl4pPr>
              <a:defRPr>
                <a:ln>
                  <a:noFill/>
                </a:ln>
                <a:solidFill>
                  <a:schemeClr val="bg1"/>
                </a:solidFill>
              </a:defRPr>
            </a:lvl4pPr>
            <a:lvl5pPr>
              <a:defRPr>
                <a:ln>
                  <a:noFill/>
                </a:ln>
                <a:solidFill>
                  <a:schemeClr val="bg1"/>
                </a:solidFill>
              </a:defRPr>
            </a:lvl5pPr>
          </a:lstStyle>
          <a:p>
            <a:pPr lvl="0"/>
            <a:r>
              <a:rPr lang="en-GB"/>
              <a:t>Date</a:t>
            </a:r>
          </a:p>
        </p:txBody>
      </p:sp>
      <p:pic>
        <p:nvPicPr>
          <p:cNvPr id="14" name="Picture 13" descr="The Open University Logo">
            <a:extLst>
              <a:ext uri="{FF2B5EF4-FFF2-40B4-BE49-F238E27FC236}">
                <a16:creationId xmlns:a16="http://schemas.microsoft.com/office/drawing/2014/main" id="{41C1F544-4F91-82A6-00C9-2CD07BD90F6A}"/>
              </a:ext>
              <a:ext uri="{C183D7F6-B498-43B3-948B-1728B52AA6E4}">
                <adec:decorative xmlns:adec="http://schemas.microsoft.com/office/drawing/2017/decorative" val="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9675" y="5829301"/>
            <a:ext cx="1709992" cy="584196"/>
          </a:xfrm>
          <a:prstGeom prst="rect">
            <a:avLst/>
          </a:prstGeom>
        </p:spPr>
      </p:pic>
    </p:spTree>
    <p:extLst>
      <p:ext uri="{BB962C8B-B14F-4D97-AF65-F5344CB8AC3E}">
        <p14:creationId xmlns:p14="http://schemas.microsoft.com/office/powerpoint/2010/main" val="17290905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D467C06D-0BA0-E66A-1254-70AFC158713D}"/>
              </a:ext>
            </a:extLst>
          </p:cNvPr>
          <p:cNvSpPr>
            <a:spLocks noGrp="1"/>
          </p:cNvSpPr>
          <p:nvPr>
            <p:ph type="body" sz="quarter" idx="10" hasCustomPrompt="1"/>
          </p:nvPr>
        </p:nvSpPr>
        <p:spPr>
          <a:xfrm>
            <a:off x="340167" y="3124517"/>
            <a:ext cx="7500938" cy="608965"/>
          </a:xfrm>
          <a:prstGeom prst="rect">
            <a:avLst/>
          </a:prstGeom>
        </p:spPr>
        <p:txBody>
          <a:bodyPr/>
          <a:lstStyle>
            <a:lvl1pPr marL="0" indent="0">
              <a:buNone/>
              <a:defRPr sz="4400" b="1">
                <a:solidFill>
                  <a:schemeClr val="bg1"/>
                </a:solidFill>
                <a:latin typeface="Poppins SemiBold" panose="00000700000000000000" pitchFamily="50" charset="0"/>
                <a:cs typeface="Poppins SemiBold" panose="00000700000000000000" pitchFamily="50"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r>
              <a:rPr lang="en-GB"/>
              <a:t>Type your message here</a:t>
            </a:r>
          </a:p>
        </p:txBody>
      </p:sp>
      <p:pic>
        <p:nvPicPr>
          <p:cNvPr id="2" name="Picture 1" descr="The Open University Logo">
            <a:extLst>
              <a:ext uri="{FF2B5EF4-FFF2-40B4-BE49-F238E27FC236}">
                <a16:creationId xmlns:a16="http://schemas.microsoft.com/office/drawing/2014/main" id="{98F1B169-2DA1-B49F-3EA1-DD312E568D4C}"/>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69675" y="5829301"/>
            <a:ext cx="1709992" cy="584196"/>
          </a:xfrm>
          <a:prstGeom prst="rect">
            <a:avLst/>
          </a:prstGeom>
        </p:spPr>
      </p:pic>
    </p:spTree>
    <p:extLst>
      <p:ext uri="{BB962C8B-B14F-4D97-AF65-F5344CB8AC3E}">
        <p14:creationId xmlns:p14="http://schemas.microsoft.com/office/powerpoint/2010/main" val="21612600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pic>
        <p:nvPicPr>
          <p:cNvPr id="4" name="Picture 3" descr="The Open University Logo">
            <a:extLst>
              <a:ext uri="{FF2B5EF4-FFF2-40B4-BE49-F238E27FC236}">
                <a16:creationId xmlns:a16="http://schemas.microsoft.com/office/drawing/2014/main" id="{EA88F0E0-0334-005F-5AE6-97F8EFADF0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074299" y="2622093"/>
            <a:ext cx="6043402" cy="2021693"/>
          </a:xfrm>
          <a:prstGeom prst="rect">
            <a:avLst/>
          </a:prstGeom>
        </p:spPr>
      </p:pic>
    </p:spTree>
    <p:extLst>
      <p:ext uri="{BB962C8B-B14F-4D97-AF65-F5344CB8AC3E}">
        <p14:creationId xmlns:p14="http://schemas.microsoft.com/office/powerpoint/2010/main" val="3776294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43.xml"/><Relationship Id="rId1"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60645"/>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BB4780-4959-E441-87C3-B265F63A80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2B00EC-F294-CD4B-BCBA-AF4A8BC26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1ED8D8-BEBD-1B42-B387-F27F84E37D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Poppins" panose="00000500000000000000" pitchFamily="2" charset="0"/>
              </a:defRPr>
            </a:lvl1pPr>
          </a:lstStyle>
          <a:p>
            <a:fld id="{0AAA8F9F-42A8-344E-BFDB-6B187AAC9728}" type="datetimeFigureOut">
              <a:rPr lang="en-US" smtClean="0"/>
              <a:pPr/>
              <a:t>1/30/2026</a:t>
            </a:fld>
            <a:endParaRPr lang="en-US"/>
          </a:p>
        </p:txBody>
      </p:sp>
      <p:sp>
        <p:nvSpPr>
          <p:cNvPr id="5" name="Footer Placeholder 4">
            <a:extLst>
              <a:ext uri="{FF2B5EF4-FFF2-40B4-BE49-F238E27FC236}">
                <a16:creationId xmlns:a16="http://schemas.microsoft.com/office/drawing/2014/main" id="{16D480C4-4982-D141-B7F4-847D6255AB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Poppins"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4BA1986B-A33C-FB46-96C5-A7D0198BB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Poppins" panose="00000500000000000000" pitchFamily="2" charset="0"/>
              </a:defRPr>
            </a:lvl1pPr>
          </a:lstStyle>
          <a:p>
            <a:fld id="{60BAE0D0-DB37-5740-9BD9-F5C7BF39F16E}" type="slidenum">
              <a:rPr lang="en-US" smtClean="0"/>
              <a:pPr/>
              <a:t>‹#›</a:t>
            </a:fld>
            <a:endParaRPr lang="en-US"/>
          </a:p>
        </p:txBody>
      </p:sp>
    </p:spTree>
    <p:extLst>
      <p:ext uri="{BB962C8B-B14F-4D97-AF65-F5344CB8AC3E}">
        <p14:creationId xmlns:p14="http://schemas.microsoft.com/office/powerpoint/2010/main" val="2172755302"/>
      </p:ext>
    </p:extLst>
  </p:cSld>
  <p:clrMap bg1="lt1" tx1="dk1" bg2="lt2" tx2="dk2" accent1="accent1" accent2="accent2" accent3="accent3" accent4="accent4" accent5="accent5" accent6="accent6" hlink="hlink" folHlink="folHlink"/>
  <p:sldLayoutIdLst>
    <p:sldLayoutId id="2147483726" r:id="rId1"/>
    <p:sldLayoutId id="2147483730" r:id="rId2"/>
    <p:sldLayoutId id="2147483917" r:id="rId3"/>
    <p:sldLayoutId id="2147483918" r:id="rId4"/>
    <p:sldLayoutId id="2147483950" r:id="rId5"/>
    <p:sldLayoutId id="2147483951" r:id="rId6"/>
    <p:sldLayoutId id="2147483952" r:id="rId7"/>
    <p:sldLayoutId id="2147483953" r:id="rId8"/>
    <p:sldLayoutId id="2147483954" r:id="rId9"/>
    <p:sldLayoutId id="2147483955" r:id="rId10"/>
    <p:sldLayoutId id="2147483956" r:id="rId11"/>
  </p:sldLayoutIdLst>
  <p:txStyles>
    <p:titleStyle>
      <a:lvl1pPr algn="l" defTabSz="914400" rtl="0" eaLnBrk="1" latinLnBrk="0" hangingPunct="1">
        <a:lnSpc>
          <a:spcPct val="90000"/>
        </a:lnSpc>
        <a:spcBef>
          <a:spcPct val="0"/>
        </a:spcBef>
        <a:buNone/>
        <a:defRPr sz="4400" kern="1200">
          <a:solidFill>
            <a:schemeClr val="tx1"/>
          </a:solidFill>
          <a:latin typeface="Poppins"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6064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3932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92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6064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8391125"/>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923" r:id="rId5"/>
    <p:sldLayoutId id="214748392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6064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28211"/>
      </p:ext>
    </p:extLst>
  </p:cSld>
  <p:clrMap bg1="lt1" tx1="dk1" bg2="lt2" tx2="dk2" accent1="accent1" accent2="accent2" accent3="accent3" accent4="accent4" accent5="accent5" accent6="accent6" hlink="hlink" folHlink="folHlink"/>
  <p:sldLayoutIdLst>
    <p:sldLayoutId id="2147483827" r:id="rId1"/>
    <p:sldLayoutId id="2147483919" r:id="rId2"/>
    <p:sldLayoutId id="2147483828" r:id="rId3"/>
    <p:sldLayoutId id="2147483829" r:id="rId4"/>
    <p:sldLayoutId id="2147483830" r:id="rId5"/>
    <p:sldLayoutId id="2147483831" r:id="rId6"/>
    <p:sldLayoutId id="2147483835" r:id="rId7"/>
    <p:sldLayoutId id="2147483836" r:id="rId8"/>
    <p:sldLayoutId id="2147483839" r:id="rId9"/>
    <p:sldLayoutId id="2147483935" r:id="rId10"/>
    <p:sldLayoutId id="2147483842" r:id="rId11"/>
    <p:sldLayoutId id="2147483846" r:id="rId12"/>
    <p:sldLayoutId id="2147483847" r:id="rId13"/>
    <p:sldLayoutId id="2147483848" r:id="rId14"/>
    <p:sldLayoutId id="2147483849" r:id="rId15"/>
    <p:sldLayoutId id="2147483850" r:id="rId16"/>
    <p:sldLayoutId id="2147483851" r:id="rId17"/>
    <p:sldLayoutId id="2147483852" r:id="rId18"/>
    <p:sldLayoutId id="2147483853" r:id="rId19"/>
    <p:sldLayoutId id="2147483936" r:id="rId20"/>
    <p:sldLayoutId id="214748394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06064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0140755"/>
      </p:ext>
    </p:extLst>
  </p:cSld>
  <p:clrMap bg1="lt1" tx1="dk1" bg2="lt2" tx2="dk2" accent1="accent1" accent2="accent2" accent3="accent3" accent4="accent4" accent5="accent5" accent6="accent6" hlink="hlink" folHlink="folHlink"/>
  <p:sldLayoutIdLst>
    <p:sldLayoutId id="2147483933" r:id="rId1"/>
    <p:sldLayoutId id="214748393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hyperlink" Target="https://www.oustudents.aluminate.net/?utm_source=website&amp;utm_medium=bitly&amp;utm_campaign=OU+Students+Connect&amp;utm_content=1"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forms.office.com/Pages/DesignPageV2.aspx?lang=en-gb&amp;subpage=design&amp;token=c240ac529e3747c5b400a107a0ee1cb7&amp;id=VdQuDq-WAEG-06jl_ZgWhTxWI61APJ5LgYhLrzyr2NRURUVKUkVNOTNQQVBNQ1ExTlIyWlFFSVhVNiQlQCN0PWcu" TargetMode="External"/><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oustudents.com/support-and-advice/neurodiversity-hub/events/" TargetMode="Externa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hyperlink" Target="https://www.oustudents.com/support-and-advice/neurodiversity-hub/" TargetMode="External"/><Relationship Id="rId4" Type="http://schemas.openxmlformats.org/officeDocument/2006/relationships/hyperlink" Target="https://www.oustudents.com/get-involved/student-community/connect-with-students/user-guide-ou-students-connect/"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opportunityhub.open.ac.uk/" TargetMode="External"/><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eur01.safelinks.protection.outlook.com/?url=https%3A%2F%2Fwww.google.com%2Fsearch%3Fq%3Dregistered%2Bhigher%2Beducation%2Bproviders%26rlz%3D1C5GCEM_enGB1098GB1098%26oq%3DOfS%2BCondition%2BB3.4%26gs_lcrp%3DEgZjaHJvbWUyBggAEEUYOTIKCAEQABiABBiiBDIHCAIQABjvBTIKCAMQABiABBiiBNIBCDc2NmowajE1qAIIsAIB8QXCfDiXVVn2YfEFwnw4l1VZ9mE%26sourceid%3Dchrome%26ie%3DUTF-8%26mstk%3DAUtExfDbtsteFTGW9UW-JiEYVSB46c0OXJ9FKbXO006rCSkYT2XEvty6NPTQ4O8TKEBRBiRfY7bUMKG8dKSX2b-bv3ih7IOjpUHsdBXNn0MjW2ZfQd8J9tdMZtk5UJ7xfN_r1l7iDu_GD-b11OcSs_ouaAiQ7SFt9srR99rpIjbbmGmMKmM%26csui%3D3%26ved%3D2ahUKEwjEpOKb1PaRAxUtWUEAHXP3CB8QgK4QegQIARAC&amp;data=05%7C02%7Ckr98%40open.ac.uk%7C42157c9a049f41607c3608de4d0b626b%7C0e2ed45596af4100bed3a8e5fd981685%7C0%7C0%7C639032908451193235%7CUnknown%7CTWFpbGZsb3d8eyJFbXB0eU1hcGkiOnRydWUsIlYiOiIwLjAuMDAwMCIsIlAiOiJXaW4zMiIsIkFOIjoiTWFpbCIsIldUIjoyfQ%3D%3D%7C0%7C%7C%7C&amp;sdata=4GDt1YbzK%2BLQE2RtHG9aKVqbvQLeViAzoEGJD61pXUE%3D&amp;reserved=0"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help.open.ac.uk/documents/policies/careers-and-employability-services/files/13/careers-statement-of-service%20%28Jan25%29.pdf"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www.gov.uk/government/publications/charities-and-investment-matters-a-guide-for-trustees-cc14"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forms.office.com/Pages/ResponsePage.aspx?id=VdQuDq-WAEG-06jl_ZgWhe2SH7R-KaZHv7527BbQXT1UMDdFRVpFR0dLRFkxWExDSTFRU1Y4R1lGQSQlQCN0PWcu" TargetMode="External"/><Relationship Id="rId2" Type="http://schemas.openxmlformats.org/officeDocument/2006/relationships/hyperlink" Target="https://community.open.ac.uk/student-voice" TargetMode="External"/><Relationship Id="rId1" Type="http://schemas.openxmlformats.org/officeDocument/2006/relationships/slideLayout" Target="../slideLayouts/slideLayout1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7">
            <a:extLst>
              <a:ext uri="{FF2B5EF4-FFF2-40B4-BE49-F238E27FC236}">
                <a16:creationId xmlns:a16="http://schemas.microsoft.com/office/drawing/2014/main" id="{8F4F34F9-F9C1-3677-1CE6-FDE81F0DC3E2}"/>
              </a:ext>
              <a:ext uri="{C183D7F6-B498-43B3-948B-1728B52AA6E4}">
                <adec:decorative xmlns:adec="http://schemas.microsoft.com/office/drawing/2017/decorative" val="0"/>
              </a:ext>
            </a:extLst>
          </p:cNvPr>
          <p:cNvSpPr txBox="1">
            <a:spLocks noGrp="1"/>
          </p:cNvSpPr>
          <p:nvPr>
            <p:ph type="title" idx="4294967295"/>
          </p:nvPr>
        </p:nvSpPr>
        <p:spPr>
          <a:xfrm>
            <a:off x="764193" y="373382"/>
            <a:ext cx="10662300" cy="354957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5500" b="1" i="0" kern="1200">
                <a:ln>
                  <a:noFill/>
                </a:ln>
                <a:solidFill>
                  <a:schemeClr val="bg1"/>
                </a:solidFill>
                <a:latin typeface="Poppins SemiBold" pitchFamily="2" charset="77"/>
                <a:ea typeface="+mn-ea"/>
                <a:cs typeface="Poppins SemiBold"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ln>
                  <a:noFill/>
                </a:ln>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6000" b="1" i="0" u="none" strike="noStrike" kern="1200" cap="none" spc="0" normalizeH="0" baseline="0" noProof="0">
                <a:ln>
                  <a:noFill/>
                </a:ln>
                <a:solidFill>
                  <a:schemeClr val="bg1"/>
                </a:solidFill>
                <a:effectLst/>
                <a:uLnTx/>
                <a:uFillTx/>
                <a:latin typeface="Poppins SemiBold"/>
                <a:ea typeface="+mn-ea"/>
                <a:cs typeface="Poppins SemiBold"/>
              </a:rPr>
              <a:t>Student Voice Week 2025</a:t>
            </a:r>
            <a:br>
              <a:rPr kumimoji="0" lang="en-GB" sz="6000" b="1" i="0" u="none" strike="noStrike" kern="1200" cap="none" spc="0" normalizeH="0" baseline="0" noProof="0">
                <a:ln>
                  <a:noFill/>
                </a:ln>
                <a:solidFill>
                  <a:schemeClr val="bg1"/>
                </a:solidFill>
                <a:effectLst/>
                <a:uLnTx/>
                <a:uFillTx/>
                <a:latin typeface="Poppins SemiBold"/>
                <a:ea typeface="+mn-ea"/>
                <a:cs typeface="Poppins SemiBold"/>
              </a:rPr>
            </a:br>
            <a:r>
              <a:rPr kumimoji="0" lang="en-GB" sz="8000" b="1" i="0" u="none" strike="noStrike" kern="1200" cap="none" spc="0" normalizeH="0" baseline="0" noProof="0">
                <a:ln>
                  <a:noFill/>
                </a:ln>
                <a:solidFill>
                  <a:schemeClr val="bg1"/>
                </a:solidFill>
                <a:effectLst/>
                <a:uLnTx/>
                <a:uFillTx/>
                <a:latin typeface="Poppins SemiBold"/>
                <a:ea typeface="+mn-ea"/>
                <a:cs typeface="Poppins SemiBold"/>
              </a:rPr>
              <a:t>Response</a:t>
            </a:r>
            <a:endParaRPr kumimoji="0" lang="en-US" sz="8000" b="1" i="0" u="none" strike="noStrike" kern="1200" cap="none" spc="0" normalizeH="0" baseline="0" noProof="0">
              <a:ln>
                <a:noFill/>
              </a:ln>
              <a:solidFill>
                <a:schemeClr val="bg1"/>
              </a:solidFill>
              <a:effectLst/>
              <a:uLnTx/>
              <a:uFillTx/>
              <a:latin typeface="Poppins SemiBold" pitchFamily="2" charset="77"/>
              <a:ea typeface="+mn-ea"/>
              <a:cs typeface="Poppins SemiBold" pitchFamily="2" charset="77"/>
            </a:endParaRPr>
          </a:p>
        </p:txBody>
      </p:sp>
      <p:pic>
        <p:nvPicPr>
          <p:cNvPr id="26" name="Picture 25" descr="A blue background with white text&#10;&#10;Says Shape Your OU - Student Voice Week 15-21 November, OU and Open SU logos.">
            <a:extLst>
              <a:ext uri="{FF2B5EF4-FFF2-40B4-BE49-F238E27FC236}">
                <a16:creationId xmlns:a16="http://schemas.microsoft.com/office/drawing/2014/main" id="{E68EC7FE-C91F-EAA4-45BB-707978D1A51B}"/>
              </a:ext>
            </a:extLst>
          </p:cNvPr>
          <p:cNvPicPr>
            <a:picLocks noChangeAspect="1"/>
          </p:cNvPicPr>
          <p:nvPr/>
        </p:nvPicPr>
        <p:blipFill>
          <a:blip r:embed="rId2"/>
          <a:srcRect l="22447" r="21592" b="-741"/>
          <a:stretch>
            <a:fillRect/>
          </a:stretch>
        </p:blipFill>
        <p:spPr>
          <a:xfrm>
            <a:off x="2661634" y="3928818"/>
            <a:ext cx="6822745" cy="2928501"/>
          </a:xfrm>
          <a:prstGeom prst="rect">
            <a:avLst/>
          </a:prstGeom>
        </p:spPr>
      </p:pic>
    </p:spTree>
    <p:extLst>
      <p:ext uri="{BB962C8B-B14F-4D97-AF65-F5344CB8AC3E}">
        <p14:creationId xmlns:p14="http://schemas.microsoft.com/office/powerpoint/2010/main" val="2407042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4ECCE4-CCDC-AB52-8450-F0A55357739F}"/>
              </a:ext>
            </a:extLst>
          </p:cNvPr>
          <p:cNvSpPr>
            <a:spLocks noGrp="1"/>
          </p:cNvSpPr>
          <p:nvPr>
            <p:ph type="title" idx="4294967295"/>
          </p:nvPr>
        </p:nvSpPr>
        <p:spPr>
          <a:xfrm>
            <a:off x="365125" y="195263"/>
            <a:ext cx="11460163" cy="540226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3500" b="1" i="0" u="none" strike="noStrike" kern="1200" cap="none" spc="0" normalizeH="0" baseline="0" noProof="0">
                <a:ln>
                  <a:noFill/>
                </a:ln>
                <a:solidFill>
                  <a:schemeClr val="bg1"/>
                </a:solidFill>
                <a:effectLst/>
                <a:uLnTx/>
                <a:uFillTx/>
                <a:latin typeface="Poppins"/>
                <a:ea typeface="+mn-ea"/>
                <a:cs typeface="Poppins"/>
              </a:rPr>
              <a:t>Background</a:t>
            </a:r>
            <a:endParaRPr kumimoji="0" lang="en-US" sz="3500" b="1" i="0" u="none" strike="noStrike" kern="1200" cap="none" spc="0" normalizeH="0" baseline="0" noProof="0">
              <a:ln>
                <a:noFill/>
              </a:ln>
              <a:solidFill>
                <a:schemeClr val="bg1"/>
              </a:solidFill>
              <a:effectLst/>
              <a:uLnTx/>
              <a:uFillTx/>
              <a:latin typeface="Poppins SemiBold" panose="00000700000000000000" pitchFamily="50" charset="0"/>
              <a:ea typeface="+mn-ea"/>
              <a:cs typeface="Poppins SemiBold" panose="00000700000000000000" pitchFamily="50" charset="0"/>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schemeClr val="bg1"/>
                </a:solidFill>
                <a:effectLst/>
                <a:uLnTx/>
                <a:uFillTx/>
                <a:latin typeface="Poppins"/>
                <a:ea typeface="+mn-ea"/>
                <a:cs typeface="Poppins"/>
              </a:rPr>
              <a:t>Student Voice Week was held in November 2025 and was facilitated by OU staff, Open SU staff and Student Representatives. </a:t>
            </a:r>
            <a:endParaRPr kumimoji="0" lang="en-US" sz="1600" b="1" i="0" u="none" strike="noStrike" kern="1200" cap="none" spc="0" normalizeH="0" baseline="0" noProof="0">
              <a:ln>
                <a:noFill/>
              </a:ln>
              <a:solidFill>
                <a:schemeClr val="bg1"/>
              </a:solidFill>
              <a:effectLst/>
              <a:uLnTx/>
              <a:uFillTx/>
              <a:latin typeface="Poppins"/>
              <a:ea typeface="+mn-ea"/>
              <a:cs typeface="Poppins SemiBold" panose="00000700000000000000" pitchFamily="50" charset="0"/>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schemeClr val="bg1"/>
                </a:solidFill>
                <a:effectLst/>
                <a:uLnTx/>
                <a:uFillTx/>
                <a:latin typeface="Poppins"/>
                <a:ea typeface="+mn-ea"/>
                <a:cs typeface="Poppins"/>
              </a:rPr>
              <a:t>There was 25 sessions over 7 days run. There was also a social space on Open SU’s </a:t>
            </a:r>
            <a:r>
              <a:rPr kumimoji="0" lang="en-GB" sz="1600" b="0" i="0" u="sng" strike="noStrike" kern="1200" cap="none" spc="0" normalizeH="0" baseline="0" noProof="0">
                <a:ln>
                  <a:noFill/>
                </a:ln>
                <a:solidFill>
                  <a:schemeClr val="bg1"/>
                </a:solidFill>
                <a:effectLst/>
                <a:uLnTx/>
                <a:uFillTx/>
                <a:latin typeface="Poppins"/>
                <a:ea typeface="+mn-ea"/>
                <a:cs typeface="Poppins"/>
                <a:hlinkClick r:id="rId2"/>
              </a:rPr>
              <a:t>OU Connect</a:t>
            </a:r>
            <a:r>
              <a:rPr kumimoji="0" lang="en-GB" sz="1600" b="0" i="0" u="none" strike="noStrike" kern="1200" cap="none" spc="0" normalizeH="0" baseline="0" noProof="0">
                <a:ln>
                  <a:noFill/>
                </a:ln>
                <a:solidFill>
                  <a:schemeClr val="bg1"/>
                </a:solidFill>
                <a:effectLst/>
                <a:uLnTx/>
                <a:uFillTx/>
                <a:latin typeface="Poppins"/>
                <a:ea typeface="+mn-ea"/>
                <a:cs typeface="Poppins"/>
              </a:rPr>
              <a: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schemeClr val="bg1"/>
                </a:solidFill>
                <a:effectLst/>
                <a:uLnTx/>
                <a:uFillTx/>
                <a:latin typeface="Poppins"/>
                <a:ea typeface="+mn-ea"/>
                <a:cs typeface="Poppins"/>
              </a:rPr>
              <a:t>We had over 2,058 sign-ups across all sessions and over 18,000 views across all our session sign-up pages! Turnout varied for the sessions, with the highest at 82.2%.</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schemeClr val="bg1"/>
                </a:solidFill>
                <a:effectLst/>
                <a:uLnTx/>
                <a:uFillTx/>
                <a:latin typeface="Poppins"/>
                <a:ea typeface="+mn-ea"/>
                <a:cs typeface="Poppins"/>
              </a:rPr>
              <a:t>Sessions included:</a:t>
            </a:r>
            <a:endParaRPr kumimoji="0" lang="en-GB" sz="4400" b="1" i="0" u="none" strike="noStrike" kern="1200" cap="none" spc="0" normalizeH="0" baseline="0" noProof="0">
              <a:ln>
                <a:noFill/>
              </a:ln>
              <a:solidFill>
                <a:schemeClr val="bg1"/>
              </a:solidFill>
              <a:effectLst/>
              <a:uLnTx/>
              <a:uFillTx/>
              <a:latin typeface="Poppins SemiBold" panose="00000700000000000000" pitchFamily="50" charset="0"/>
              <a:ea typeface="+mn-ea"/>
              <a:cs typeface="Poppins SemiBold" panose="00000700000000000000" pitchFamily="50" charset="0"/>
            </a:endParaRP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Poppins"/>
                <a:ea typeface="+mn-ea"/>
                <a:cs typeface="Arial"/>
              </a:rPr>
              <a:t>Learning and assessment</a:t>
            </a: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Poppins"/>
                <a:ea typeface="+mn-ea"/>
                <a:cs typeface="Arial"/>
              </a:rPr>
              <a:t>Wellbeing</a:t>
            </a: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Poppins"/>
                <a:ea typeface="+mn-ea"/>
                <a:cs typeface="Arial"/>
              </a:rPr>
              <a:t>AI</a:t>
            </a: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Poppins"/>
                <a:ea typeface="+mn-ea"/>
                <a:cs typeface="Arial"/>
              </a:rPr>
              <a:t>Sustainability</a:t>
            </a: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Poppins"/>
                <a:ea typeface="+mn-ea"/>
                <a:cs typeface="Arial"/>
              </a:rPr>
              <a:t>Employability</a:t>
            </a: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chemeClr val="bg1"/>
                </a:solidFill>
                <a:effectLst/>
                <a:uLnTx/>
                <a:uFillTx/>
                <a:latin typeface="Poppins"/>
                <a:ea typeface="+mn-ea"/>
                <a:cs typeface="Arial"/>
              </a:rPr>
              <a:t>Student carers</a:t>
            </a:r>
          </a:p>
          <a:p>
            <a:pPr marL="285750" marR="0" lvl="0" indent="-285750" algn="l" defTabSz="914400" rtl="0" eaLnBrk="1" fontAlgn="auto" latinLnBrk="0" hangingPunct="1">
              <a:lnSpc>
                <a:spcPct val="120000"/>
              </a:lnSpc>
              <a:spcBef>
                <a:spcPts val="1000"/>
              </a:spcBef>
              <a:spcAft>
                <a:spcPts val="0"/>
              </a:spcAft>
              <a:buClrTx/>
              <a:buSzTx/>
              <a:buFont typeface="Arial,Sans-Serif"/>
              <a:buChar char="•"/>
              <a:tabLst/>
              <a:defRPr/>
            </a:pPr>
            <a:endParaRPr kumimoji="0" lang="en-GB" sz="3200" b="1" i="0" u="none" strike="noStrike" kern="1200" cap="none" spc="0" normalizeH="0" baseline="0" noProof="0">
              <a:ln>
                <a:noFill/>
              </a:ln>
              <a:solidFill>
                <a:schemeClr val="bg1"/>
              </a:solidFill>
              <a:effectLst/>
              <a:uLnTx/>
              <a:uFillTx/>
              <a:latin typeface="Poppins SemiBold" panose="00000700000000000000" pitchFamily="50" charset="0"/>
              <a:ea typeface="+mn-ea"/>
              <a:cs typeface="Poppins SemiBold" panose="00000700000000000000" pitchFamily="50" charset="0"/>
            </a:endParaRPr>
          </a:p>
        </p:txBody>
      </p:sp>
      <p:sp>
        <p:nvSpPr>
          <p:cNvPr id="5" name="TextBox 4">
            <a:extLst>
              <a:ext uri="{FF2B5EF4-FFF2-40B4-BE49-F238E27FC236}">
                <a16:creationId xmlns:a16="http://schemas.microsoft.com/office/drawing/2014/main" id="{10C2EAA5-FDB9-7907-2996-0139E32FC26C}"/>
              </a:ext>
            </a:extLst>
          </p:cNvPr>
          <p:cNvSpPr txBox="1"/>
          <p:nvPr/>
        </p:nvSpPr>
        <p:spPr>
          <a:xfrm>
            <a:off x="3834763" y="2896086"/>
            <a:ext cx="3570574" cy="3966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Arial"/>
              <a:buChar char="•"/>
            </a:pPr>
            <a:r>
              <a:rPr lang="en-GB" sz="1600">
                <a:solidFill>
                  <a:schemeClr val="bg1"/>
                </a:solidFill>
                <a:cs typeface="Poppins"/>
              </a:rPr>
              <a:t>Sessions specific to Northern Ireland, Wales, Scotland – and for international students</a:t>
            </a:r>
            <a:endParaRPr lang="en-US">
              <a:solidFill>
                <a:schemeClr val="bg1"/>
              </a:solidFill>
              <a:cs typeface="Poppins"/>
            </a:endParaRPr>
          </a:p>
          <a:p>
            <a:pPr marL="285750" indent="-285750">
              <a:lnSpc>
                <a:spcPct val="200000"/>
              </a:lnSpc>
              <a:buFont typeface="Arial"/>
              <a:buChar char="•"/>
            </a:pPr>
            <a:r>
              <a:rPr lang="en-GB" sz="1600">
                <a:solidFill>
                  <a:schemeClr val="bg1"/>
                </a:solidFill>
                <a:cs typeface="Poppins"/>
              </a:rPr>
              <a:t>Community</a:t>
            </a:r>
          </a:p>
          <a:p>
            <a:pPr marL="285750" indent="-285750">
              <a:lnSpc>
                <a:spcPct val="200000"/>
              </a:lnSpc>
              <a:buFont typeface="Arial"/>
              <a:buChar char="•"/>
            </a:pPr>
            <a:r>
              <a:rPr lang="en-GB" sz="1600">
                <a:solidFill>
                  <a:schemeClr val="bg1"/>
                </a:solidFill>
                <a:cs typeface="Poppins"/>
              </a:rPr>
              <a:t>Customising device settings</a:t>
            </a:r>
          </a:p>
          <a:p>
            <a:pPr marL="285750" indent="-285750">
              <a:lnSpc>
                <a:spcPct val="200000"/>
              </a:lnSpc>
              <a:buFont typeface="Arial"/>
              <a:buChar char="•"/>
            </a:pPr>
            <a:r>
              <a:rPr lang="en-GB" sz="1600">
                <a:solidFill>
                  <a:schemeClr val="bg1"/>
                </a:solidFill>
                <a:cs typeface="Poppins"/>
              </a:rPr>
              <a:t>Trans inclusion</a:t>
            </a:r>
          </a:p>
          <a:p>
            <a:pPr marL="285750" indent="-285750">
              <a:lnSpc>
                <a:spcPct val="200000"/>
              </a:lnSpc>
              <a:buFont typeface="Arial"/>
              <a:buChar char="•"/>
            </a:pPr>
            <a:r>
              <a:rPr lang="en-GB" sz="1600">
                <a:solidFill>
                  <a:schemeClr val="bg1"/>
                </a:solidFill>
                <a:cs typeface="Poppins"/>
              </a:rPr>
              <a:t>Student experience</a:t>
            </a:r>
          </a:p>
          <a:p>
            <a:pPr marL="285750" indent="-285750">
              <a:lnSpc>
                <a:spcPct val="200000"/>
              </a:lnSpc>
              <a:buFont typeface="Arial"/>
              <a:buChar char="•"/>
            </a:pPr>
            <a:endParaRPr lang="en-GB" sz="1600">
              <a:solidFill>
                <a:schemeClr val="bg1"/>
              </a:solidFill>
              <a:cs typeface="Poppins"/>
            </a:endParaRPr>
          </a:p>
        </p:txBody>
      </p:sp>
      <p:sp>
        <p:nvSpPr>
          <p:cNvPr id="6" name="TextBox 5">
            <a:extLst>
              <a:ext uri="{FF2B5EF4-FFF2-40B4-BE49-F238E27FC236}">
                <a16:creationId xmlns:a16="http://schemas.microsoft.com/office/drawing/2014/main" id="{0BD416A3-3537-4AE9-B7C9-B2AF94E68042}"/>
              </a:ext>
            </a:extLst>
          </p:cNvPr>
          <p:cNvSpPr txBox="1"/>
          <p:nvPr/>
        </p:nvSpPr>
        <p:spPr>
          <a:xfrm>
            <a:off x="7690944" y="2896086"/>
            <a:ext cx="3708575" cy="3473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Arial,Sans-Serif"/>
              <a:buChar char="•"/>
            </a:pPr>
            <a:r>
              <a:rPr lang="en-GB" sz="1600">
                <a:solidFill>
                  <a:schemeClr val="bg1"/>
                </a:solidFill>
                <a:cs typeface="Poppins"/>
              </a:rPr>
              <a:t>University strategy</a:t>
            </a:r>
            <a:endParaRPr lang="en-US" sz="1600">
              <a:solidFill>
                <a:schemeClr val="bg1"/>
              </a:solidFill>
              <a:cs typeface="Poppins"/>
            </a:endParaRPr>
          </a:p>
          <a:p>
            <a:pPr marL="285750" indent="-285750">
              <a:lnSpc>
                <a:spcPct val="200000"/>
              </a:lnSpc>
              <a:buFont typeface="Arial,Sans-Serif"/>
              <a:buChar char="•"/>
            </a:pPr>
            <a:r>
              <a:rPr lang="en-GB" sz="1600" err="1">
                <a:solidFill>
                  <a:schemeClr val="bg1"/>
                </a:solidFill>
                <a:cs typeface="Poppins"/>
              </a:rPr>
              <a:t>Mumentum</a:t>
            </a:r>
            <a:endParaRPr lang="en-GB" sz="1600">
              <a:solidFill>
                <a:schemeClr val="bg1"/>
              </a:solidFill>
              <a:cs typeface="Poppins"/>
            </a:endParaRPr>
          </a:p>
          <a:p>
            <a:pPr marL="285750" indent="-285750">
              <a:lnSpc>
                <a:spcPct val="200000"/>
              </a:lnSpc>
              <a:buFont typeface="Arial,Sans-Serif"/>
              <a:buChar char="•"/>
            </a:pPr>
            <a:r>
              <a:rPr lang="en-GB" sz="1600">
                <a:solidFill>
                  <a:schemeClr val="bg1"/>
                </a:solidFill>
                <a:cs typeface="Poppins"/>
              </a:rPr>
              <a:t>Neurodivergent student voices</a:t>
            </a:r>
            <a:endParaRPr lang="en-US" sz="1600">
              <a:solidFill>
                <a:schemeClr val="bg1"/>
              </a:solidFill>
              <a:cs typeface="Poppins"/>
            </a:endParaRPr>
          </a:p>
          <a:p>
            <a:pPr marL="285750" indent="-285750">
              <a:lnSpc>
                <a:spcPct val="200000"/>
              </a:lnSpc>
              <a:buFont typeface="Arial,Sans-Serif"/>
              <a:buChar char="•"/>
            </a:pPr>
            <a:r>
              <a:rPr lang="en-GB" sz="1600">
                <a:solidFill>
                  <a:schemeClr val="bg1"/>
                </a:solidFill>
                <a:cs typeface="Poppins"/>
              </a:rPr>
              <a:t>Faculties</a:t>
            </a:r>
          </a:p>
          <a:p>
            <a:pPr marL="285750" indent="-285750">
              <a:lnSpc>
                <a:spcPct val="200000"/>
              </a:lnSpc>
              <a:buFont typeface="Arial"/>
              <a:buChar char="•"/>
            </a:pPr>
            <a:r>
              <a:rPr lang="en-GB" sz="1600">
                <a:solidFill>
                  <a:schemeClr val="bg1"/>
                </a:solidFill>
                <a:cs typeface="Poppins"/>
              </a:rPr>
              <a:t>Curriculum</a:t>
            </a:r>
          </a:p>
          <a:p>
            <a:pPr marL="285750" indent="-285750">
              <a:lnSpc>
                <a:spcPct val="200000"/>
              </a:lnSpc>
              <a:buFont typeface="Arial"/>
              <a:buChar char="•"/>
            </a:pPr>
            <a:r>
              <a:rPr lang="en-GB" sz="1600">
                <a:solidFill>
                  <a:schemeClr val="bg1"/>
                </a:solidFill>
                <a:cs typeface="Poppins"/>
              </a:rPr>
              <a:t>Ask the Deans</a:t>
            </a:r>
          </a:p>
          <a:p>
            <a:pPr marL="285750" indent="-285750">
              <a:lnSpc>
                <a:spcPct val="200000"/>
              </a:lnSpc>
              <a:buFont typeface="Arial"/>
              <a:buChar char="•"/>
            </a:pPr>
            <a:r>
              <a:rPr lang="en-GB" sz="1600">
                <a:solidFill>
                  <a:schemeClr val="bg1"/>
                </a:solidFill>
                <a:cs typeface="Poppins"/>
              </a:rPr>
              <a:t>Graduate student panel</a:t>
            </a:r>
          </a:p>
        </p:txBody>
      </p:sp>
    </p:spTree>
    <p:extLst>
      <p:ext uri="{BB962C8B-B14F-4D97-AF65-F5344CB8AC3E}">
        <p14:creationId xmlns:p14="http://schemas.microsoft.com/office/powerpoint/2010/main" val="3950591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89922E7-393C-21FF-60C0-820E8B03CB2F}"/>
              </a:ext>
            </a:extLst>
          </p:cNvPr>
          <p:cNvSpPr>
            <a:spLocks noGrp="1"/>
          </p:cNvSpPr>
          <p:nvPr>
            <p:ph type="title" idx="4294967295"/>
          </p:nvPr>
        </p:nvSpPr>
        <p:spPr>
          <a:xfrm>
            <a:off x="312738" y="47625"/>
            <a:ext cx="4913312" cy="4968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60645"/>
                </a:solidFill>
                <a:effectLst/>
                <a:uLnTx/>
                <a:uFillTx/>
                <a:latin typeface="Poppins SemiBold"/>
                <a:ea typeface="+mn-ea"/>
                <a:cs typeface="Poppins SemiBold"/>
              </a:rPr>
              <a:t>Welcome to Student Voice/ University Strategy</a:t>
            </a:r>
            <a:endParaRPr kumimoji="0" lang="en-US" sz="24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2" name="Text Placeholder 1">
            <a:extLst>
              <a:ext uri="{FF2B5EF4-FFF2-40B4-BE49-F238E27FC236}">
                <a16:creationId xmlns:a16="http://schemas.microsoft.com/office/drawing/2014/main" id="{A335CDC8-3263-5F18-9F96-7ADBE92E24C5}"/>
              </a:ext>
            </a:extLst>
          </p:cNvPr>
          <p:cNvSpPr>
            <a:spLocks noGrp="1"/>
          </p:cNvSpPr>
          <p:nvPr>
            <p:ph type="body" sz="quarter" idx="12"/>
          </p:nvPr>
        </p:nvSpPr>
        <p:spPr>
          <a:xfrm>
            <a:off x="313334" y="938382"/>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15" name="Text Placeholder 5">
            <a:extLst>
              <a:ext uri="{FF2B5EF4-FFF2-40B4-BE49-F238E27FC236}">
                <a16:creationId xmlns:a16="http://schemas.microsoft.com/office/drawing/2014/main" id="{5B154F34-C37A-BE7A-4B9D-E6076878155B}"/>
              </a:ext>
            </a:extLst>
          </p:cNvPr>
          <p:cNvSpPr txBox="1">
            <a:spLocks/>
          </p:cNvSpPr>
          <p:nvPr/>
        </p:nvSpPr>
        <p:spPr>
          <a:xfrm>
            <a:off x="313334" y="1328517"/>
            <a:ext cx="5691226"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r>
              <a:rPr lang="en-GB" sz="1300" i="1">
                <a:latin typeface="Poppins  "/>
                <a:cs typeface="Poppins"/>
              </a:rPr>
              <a:t>You agree or strongly agree (85%) that the emerging strategy will keep the OU relevant in the face of fast paced change in the world.</a:t>
            </a:r>
          </a:p>
          <a:p>
            <a:pPr marL="285750" indent="-285750">
              <a:buFont typeface="Wingdings"/>
              <a:buChar char="Ø"/>
              <a:defRPr/>
            </a:pPr>
            <a:r>
              <a:rPr lang="en-GB" sz="1300" i="1">
                <a:latin typeface="Poppins  "/>
                <a:cs typeface="Poppins"/>
              </a:rPr>
              <a:t>Agreement levels on whether it will advance the OU mission to be truly open to all, whether it was what you would expect and whether it puts us on a path to achieve the vision were lower but still positive.</a:t>
            </a:r>
          </a:p>
          <a:p>
            <a:pPr marL="285750" indent="-285750">
              <a:buFont typeface="Wingdings"/>
              <a:buChar char="Ø"/>
              <a:defRPr/>
            </a:pPr>
            <a:r>
              <a:rPr lang="en-GB" sz="1300" i="1">
                <a:latin typeface="Poppins  "/>
                <a:cs typeface="Poppins"/>
              </a:rPr>
              <a:t>You told us there were opportunities to improve the inclusivity and accessibility of the student experience and some of you didn't see yourselves, your ambitions or achievements in the social mobility section.</a:t>
            </a:r>
          </a:p>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r>
              <a:rPr lang="en-GB" sz="1300" i="1">
                <a:latin typeface="Poppins  "/>
                <a:cs typeface="Poppins"/>
              </a:rPr>
              <a:t>You also told us you could see challenges around funding and resources for the implementation of the emerging strategy.</a:t>
            </a:r>
          </a:p>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r>
              <a:rPr lang="en-GB" sz="1300" i="1">
                <a:latin typeface="Poppins  "/>
                <a:cs typeface="Poppins"/>
              </a:rPr>
              <a:t>In answer to the question what difference would you like the new strategy to make to students you said:</a:t>
            </a:r>
          </a:p>
          <a:p>
            <a:pPr marL="685800" lvl="1" indent="-285750">
              <a:lnSpc>
                <a:spcPct val="110000"/>
              </a:lnSpc>
              <a:spcBef>
                <a:spcPts val="0"/>
              </a:spcBef>
              <a:spcAft>
                <a:spcPts val="601"/>
              </a:spcAft>
              <a:buFont typeface="Wingdings"/>
              <a:buChar char="Ø"/>
            </a:pPr>
            <a:r>
              <a:rPr lang="en-GB" sz="1100" i="1">
                <a:solidFill>
                  <a:schemeClr val="tx1"/>
                </a:solidFill>
                <a:latin typeface="Poppins  "/>
                <a:cs typeface="Poppins"/>
              </a:rPr>
              <a:t>Give students more of a voice</a:t>
            </a:r>
          </a:p>
          <a:p>
            <a:pPr marL="685800" lvl="1" indent="-285750">
              <a:lnSpc>
                <a:spcPct val="110000"/>
              </a:lnSpc>
              <a:spcBef>
                <a:spcPts val="0"/>
              </a:spcBef>
              <a:spcAft>
                <a:spcPts val="601"/>
              </a:spcAft>
              <a:buFont typeface="Wingdings"/>
              <a:buChar char="Ø"/>
            </a:pPr>
            <a:r>
              <a:rPr lang="en-GB" sz="1100" i="1">
                <a:solidFill>
                  <a:schemeClr val="tx1"/>
                </a:solidFill>
                <a:latin typeface="Poppins  "/>
                <a:cs typeface="Poppins"/>
              </a:rPr>
              <a:t>More tailored support</a:t>
            </a:r>
          </a:p>
          <a:p>
            <a:pPr marL="685800" lvl="1" indent="-285750">
              <a:lnSpc>
                <a:spcPct val="110000"/>
              </a:lnSpc>
              <a:spcBef>
                <a:spcPts val="0"/>
              </a:spcBef>
              <a:spcAft>
                <a:spcPts val="601"/>
              </a:spcAft>
              <a:buFont typeface="Wingdings"/>
              <a:buChar char="Ø"/>
            </a:pPr>
            <a:r>
              <a:rPr lang="en-GB" sz="1100" i="1">
                <a:solidFill>
                  <a:schemeClr val="tx1"/>
                </a:solidFill>
                <a:latin typeface="Poppins  "/>
                <a:cs typeface="Poppins"/>
              </a:rPr>
              <a:t>Strengthen/improve Tutor-Student relationships</a:t>
            </a:r>
          </a:p>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endParaRPr lang="en-GB" sz="1400" i="1">
              <a:latin typeface="Poppins  "/>
              <a:cs typeface="Poppins"/>
            </a:endParaRPr>
          </a:p>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endParaRPr kumimoji="0" lang="en-US" sz="1500" b="0" i="0" u="none" strike="noStrike" kern="1200" cap="none" spc="0" normalizeH="0" baseline="0" noProof="0">
              <a:ln>
                <a:noFill/>
              </a:ln>
              <a:solidFill>
                <a:srgbClr val="060645"/>
              </a:solidFill>
              <a:effectLst/>
              <a:uLnTx/>
              <a:uFillTx/>
              <a:latin typeface="Poppins" panose="00000500000000000000" pitchFamily="2" charset="0"/>
              <a:ea typeface="+mn-ea"/>
              <a:cs typeface="Poppins" panose="00000500000000000000" pitchFamily="2" charset="0"/>
            </a:endParaRPr>
          </a:p>
          <a:p>
            <a:pPr marL="0" marR="0" lvl="0" indent="0" algn="l" defTabSz="914423" rtl="0" eaLnBrk="1" fontAlgn="auto" latinLnBrk="0" hangingPunct="1">
              <a:lnSpc>
                <a:spcPct val="110000"/>
              </a:lnSpc>
              <a:spcBef>
                <a:spcPts val="0"/>
              </a:spcBef>
              <a:spcAft>
                <a:spcPts val="601"/>
              </a:spcAft>
              <a:buClrTx/>
              <a:buSzTx/>
              <a:buFontTx/>
              <a:buNone/>
              <a:tabLst/>
              <a:defRPr/>
            </a:pPr>
            <a:endParaRPr kumimoji="0" lang="en-GB" sz="1400" b="0" i="0" u="none" strike="noStrike" kern="1200" cap="none" spc="0" normalizeH="0" baseline="0" noProof="0">
              <a:ln>
                <a:noFill/>
              </a:ln>
              <a:solidFill>
                <a:srgbClr val="060645"/>
              </a:solidFill>
              <a:effectLst/>
              <a:uLnTx/>
              <a:uFillTx/>
              <a:latin typeface="Poppins  "/>
              <a:ea typeface="+mn-ea"/>
              <a:cs typeface="Poppins" panose="00000500000000000000" pitchFamily="2" charset="0"/>
            </a:endParaRPr>
          </a:p>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endParaRPr kumimoji="0" lang="en-GB" sz="1400" b="0" i="0" u="none" strike="noStrike" kern="1200" cap="none" spc="0" normalizeH="0" baseline="0" noProof="0">
              <a:ln>
                <a:noFill/>
              </a:ln>
              <a:solidFill>
                <a:srgbClr val="060645"/>
              </a:solidFill>
              <a:effectLst/>
              <a:uLnTx/>
              <a:uFillTx/>
              <a:latin typeface="Poppins  "/>
              <a:ea typeface="+mn-ea"/>
              <a:cs typeface="Poppins" panose="00000500000000000000" pitchFamily="2" charset="0"/>
            </a:endParaRPr>
          </a:p>
        </p:txBody>
      </p:sp>
      <p:sp>
        <p:nvSpPr>
          <p:cNvPr id="11" name="Text Placeholder 1">
            <a:extLst>
              <a:ext uri="{FF2B5EF4-FFF2-40B4-BE49-F238E27FC236}">
                <a16:creationId xmlns:a16="http://schemas.microsoft.com/office/drawing/2014/main" id="{A6925E4F-74BD-54E9-050B-3DDEA0AEC8E6}"/>
              </a:ext>
            </a:extLst>
          </p:cNvPr>
          <p:cNvSpPr txBox="1">
            <a:spLocks/>
          </p:cNvSpPr>
          <p:nvPr/>
        </p:nvSpPr>
        <p:spPr>
          <a:xfrm>
            <a:off x="6532483" y="939729"/>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marR="0" lvl="0" indent="0" algn="l" defTabSz="914423" rtl="0" eaLnBrk="1" fontAlgn="auto" latinLnBrk="0" hangingPunct="1">
              <a:lnSpc>
                <a:spcPct val="110000"/>
              </a:lnSpc>
              <a:spcBef>
                <a:spcPts val="0"/>
              </a:spcBef>
              <a:spcAft>
                <a:spcPts val="601"/>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060645"/>
                </a:solidFill>
                <a:effectLst/>
                <a:uLnTx/>
                <a:uFillTx/>
                <a:latin typeface="Poppins SemiBold"/>
                <a:ea typeface="+mn-ea"/>
                <a:cs typeface="Poppins"/>
              </a:rPr>
              <a:t>We are:</a:t>
            </a:r>
          </a:p>
        </p:txBody>
      </p:sp>
      <p:sp>
        <p:nvSpPr>
          <p:cNvPr id="5" name="Text Placeholder 5">
            <a:extLst>
              <a:ext uri="{FF2B5EF4-FFF2-40B4-BE49-F238E27FC236}">
                <a16:creationId xmlns:a16="http://schemas.microsoft.com/office/drawing/2014/main" id="{4D2774C6-7613-9F50-FAA1-779FA0090661}"/>
              </a:ext>
            </a:extLst>
          </p:cNvPr>
          <p:cNvSpPr txBox="1">
            <a:spLocks/>
          </p:cNvSpPr>
          <p:nvPr/>
        </p:nvSpPr>
        <p:spPr>
          <a:xfrm>
            <a:off x="6532483" y="1470757"/>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defRPr/>
            </a:pPr>
            <a:r>
              <a:rPr lang="en-GB" sz="1400" i="1">
                <a:latin typeface="Poppins"/>
                <a:cs typeface="Poppins"/>
              </a:rPr>
              <a:t>Reviewing and refining the emerging strategic thinking, including consideration of the feedback received from students.</a:t>
            </a:r>
          </a:p>
          <a:p>
            <a:pPr marL="285750" indent="-285750">
              <a:buFont typeface="Wingdings"/>
              <a:buChar char="Ø"/>
              <a:defRPr/>
            </a:pPr>
            <a:endParaRPr lang="en-GB" sz="1400" i="1">
              <a:latin typeface="Poppins"/>
              <a:cs typeface="Poppins"/>
            </a:endParaRPr>
          </a:p>
          <a:p>
            <a:pPr marL="0" marR="0" lvl="0" indent="0" algn="l" defTabSz="914423" rtl="0" eaLnBrk="1" fontAlgn="auto" latinLnBrk="0" hangingPunct="1">
              <a:lnSpc>
                <a:spcPct val="110000"/>
              </a:lnSpc>
              <a:spcBef>
                <a:spcPts val="0"/>
              </a:spcBef>
              <a:spcAft>
                <a:spcPts val="601"/>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060645"/>
                </a:solidFill>
                <a:effectLst/>
                <a:uLnTx/>
                <a:uFillTx/>
                <a:latin typeface="Poppins SemiBold"/>
                <a:ea typeface="+mn-ea"/>
                <a:cs typeface="Poppins"/>
              </a:rPr>
              <a:t>We will:</a:t>
            </a:r>
          </a:p>
          <a:p>
            <a:pPr marL="285750" indent="-285750">
              <a:buFont typeface="Wingdings"/>
              <a:buChar char="Ø"/>
              <a:defRPr/>
            </a:pPr>
            <a:r>
              <a:rPr lang="en-GB" sz="1400" i="1">
                <a:latin typeface="Poppins"/>
                <a:cs typeface="Poppins"/>
              </a:rPr>
              <a:t>Share a draft version of the Strategy later in the year, along with information on how your feedback has influenced the development of the Strategy.</a:t>
            </a:r>
            <a:endParaRPr lang="en-GB" sz="1400" b="0" i="1" u="none" strike="noStrike" kern="1200" cap="none" spc="0" normalizeH="0" baseline="0" noProof="0">
              <a:ln>
                <a:noFill/>
              </a:ln>
              <a:solidFill>
                <a:srgbClr val="060645"/>
              </a:solidFill>
              <a:effectLst/>
              <a:uLnTx/>
              <a:uFillTx/>
              <a:latin typeface="Poppins"/>
              <a:cs typeface="Poppins"/>
            </a:endParaRPr>
          </a:p>
          <a:p>
            <a:pPr marL="285750" indent="-285750">
              <a:buFont typeface="Wingdings"/>
              <a:buChar char="Ø"/>
              <a:defRPr/>
            </a:pPr>
            <a:r>
              <a:rPr lang="en-GB" sz="1400" i="1">
                <a:latin typeface="Poppins"/>
                <a:cs typeface="Poppins"/>
              </a:rPr>
              <a:t>Use Student Consultation Meetings in March to further engage students with aspects of the Strategy.</a:t>
            </a:r>
            <a:endParaRPr lang="en-GB" sz="1400" b="0" i="1" u="none" strike="noStrike" kern="1200" cap="none" spc="0" normalizeH="0" baseline="0" noProof="0">
              <a:ln>
                <a:noFill/>
              </a:ln>
              <a:solidFill>
                <a:srgbClr val="060645"/>
              </a:solidFill>
              <a:effectLst/>
              <a:uLnTx/>
              <a:uFillTx/>
              <a:latin typeface="Poppins"/>
              <a:cs typeface="Poppins"/>
            </a:endParaRPr>
          </a:p>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endParaRPr lang="en-GB" sz="1400" b="0" i="0" u="none" strike="noStrike" kern="1200" cap="none" spc="0" normalizeH="0" baseline="0" noProof="0">
              <a:ln>
                <a:noFill/>
              </a:ln>
              <a:solidFill>
                <a:srgbClr val="060645"/>
              </a:solidFill>
              <a:effectLst/>
              <a:uLnTx/>
              <a:uFillTx/>
              <a:latin typeface="Poppins"/>
              <a:cs typeface="Poppins"/>
            </a:endParaRPr>
          </a:p>
          <a:p>
            <a:pPr marL="285750" marR="0" lvl="0" indent="-285750" algn="l" defTabSz="914423" rtl="0" eaLnBrk="1" fontAlgn="auto" latinLnBrk="0" hangingPunct="1">
              <a:lnSpc>
                <a:spcPct val="110000"/>
              </a:lnSpc>
              <a:spcBef>
                <a:spcPts val="0"/>
              </a:spcBef>
              <a:spcAft>
                <a:spcPts val="601"/>
              </a:spcAft>
              <a:buClrTx/>
              <a:buSzTx/>
              <a:buFont typeface="Wingdings"/>
              <a:buChar char="Ø"/>
              <a:tabLst/>
              <a:defRPr/>
            </a:pPr>
            <a:endParaRPr lang="en-GB" sz="1400" b="0" i="0" u="none" strike="noStrike" kern="1200" cap="none" spc="0" normalizeH="0" baseline="0" noProof="0">
              <a:ln>
                <a:noFill/>
              </a:ln>
              <a:solidFill>
                <a:srgbClr val="060645"/>
              </a:solidFill>
              <a:effectLst/>
              <a:uLnTx/>
              <a:uFillTx/>
              <a:latin typeface="Poppins"/>
              <a:cs typeface="Poppins"/>
            </a:endParaRPr>
          </a:p>
          <a:p>
            <a:pPr marL="0" indent="0">
              <a:buNone/>
              <a:defRPr/>
            </a:pPr>
            <a:endParaRPr lang="en-GB" sz="1400">
              <a:latin typeface="Poppins"/>
              <a:cs typeface="Poppins"/>
            </a:endParaRPr>
          </a:p>
          <a:p>
            <a:pPr marL="285750" indent="-285750">
              <a:buFont typeface="Wingdings"/>
              <a:buChar char="Ø"/>
              <a:defRPr/>
            </a:pPr>
            <a:endParaRPr lang="en-GB" sz="1400">
              <a:latin typeface="Poppins"/>
              <a:cs typeface="Poppins"/>
            </a:endParaRPr>
          </a:p>
        </p:txBody>
      </p:sp>
    </p:spTree>
    <p:extLst>
      <p:ext uri="{BB962C8B-B14F-4D97-AF65-F5344CB8AC3E}">
        <p14:creationId xmlns:p14="http://schemas.microsoft.com/office/powerpoint/2010/main" val="3222641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9C817-BEE5-E62A-AA27-5AFD2FC511C6}"/>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6880A7F0-EE4F-33D7-E0F8-2CCDD6DAC0BA}"/>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OU Life and Real Life: A Welcome for Student Carers</a:t>
            </a:r>
            <a:endParaRPr kumimoji="0" lang="en-GB" sz="2400" b="0" i="0" u="none" strike="noStrike" kern="1200" cap="none" spc="0" normalizeH="0" baseline="0" noProof="0">
              <a:ln>
                <a:noFill/>
              </a:ln>
              <a:solidFill>
                <a:srgbClr val="000000"/>
              </a:solidFill>
              <a:effectLst/>
              <a:uLnTx/>
              <a:uFillTx/>
              <a:latin typeface="Poppins SemiBold"/>
              <a:ea typeface="+mn-ea"/>
              <a:cs typeface="Poppins SemiBold"/>
            </a:endParaRP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GB" sz="30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2" name="Text Placeholder 1">
            <a:extLst>
              <a:ext uri="{FF2B5EF4-FFF2-40B4-BE49-F238E27FC236}">
                <a16:creationId xmlns:a16="http://schemas.microsoft.com/office/drawing/2014/main" id="{6F523301-1B6C-A3BD-9EDC-8AAF0C4B0B0E}"/>
              </a:ext>
            </a:extLst>
          </p:cNvPr>
          <p:cNvSpPr>
            <a:spLocks noGrp="1"/>
          </p:cNvSpPr>
          <p:nvPr>
            <p:ph type="body" sz="quarter" idx="12"/>
          </p:nvPr>
        </p:nvSpPr>
        <p:spPr>
          <a:xfrm>
            <a:off x="412288" y="1422670"/>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15" name="Text Placeholder 5">
            <a:extLst>
              <a:ext uri="{FF2B5EF4-FFF2-40B4-BE49-F238E27FC236}">
                <a16:creationId xmlns:a16="http://schemas.microsoft.com/office/drawing/2014/main" id="{31D4392B-F212-0112-E3D7-FDCF178F50E4}"/>
              </a:ext>
            </a:extLst>
          </p:cNvPr>
          <p:cNvSpPr txBox="1">
            <a:spLocks/>
          </p:cNvSpPr>
          <p:nvPr/>
        </p:nvSpPr>
        <p:spPr>
          <a:xfrm>
            <a:off x="463224" y="1968659"/>
            <a:ext cx="5473348"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That your studies are important to you but your caring responsibilities make studying challenging.</a:t>
            </a:r>
            <a:endParaRPr lang="en-US" sz="1400"/>
          </a:p>
          <a:p>
            <a:pPr marL="285750" indent="-285750">
              <a:buFont typeface="Wingdings"/>
              <a:buChar char="Ø"/>
            </a:pPr>
            <a:r>
              <a:rPr lang="en-GB" sz="1400" i="1">
                <a:latin typeface="Poppins  "/>
                <a:cs typeface="Poppins"/>
              </a:rPr>
              <a:t>Tutors were supportive but didn't always understand.</a:t>
            </a:r>
          </a:p>
          <a:p>
            <a:pPr marL="285750" indent="-285750">
              <a:buFont typeface="Wingdings"/>
              <a:buChar char="Ø"/>
            </a:pPr>
            <a:r>
              <a:rPr lang="en-GB" sz="1400" i="1">
                <a:latin typeface="Poppins  "/>
                <a:cs typeface="Poppins"/>
              </a:rPr>
              <a:t>Staff development is needed to help staff understand the impact of being a carer.</a:t>
            </a:r>
            <a:endParaRPr lang="en-GB" sz="1400"/>
          </a:p>
          <a:p>
            <a:pPr marL="285750" indent="-285750">
              <a:buFont typeface="Wingdings"/>
              <a:buChar char="Ø"/>
            </a:pPr>
            <a:r>
              <a:rPr lang="en-GB" sz="1400" i="1">
                <a:latin typeface="Poppins  "/>
                <a:cs typeface="Poppins"/>
              </a:rPr>
              <a:t>You needed flexibility to help you stay on track.</a:t>
            </a:r>
            <a:endParaRPr lang="en-GB" sz="1400" i="1">
              <a:latin typeface="Poppins  "/>
            </a:endParaRPr>
          </a:p>
          <a:p>
            <a:pPr marL="285750" indent="-285750">
              <a:buFont typeface="Wingdings"/>
              <a:buChar char="Ø"/>
            </a:pPr>
            <a:r>
              <a:rPr lang="en-GB" sz="1400" i="1">
                <a:latin typeface="Poppins  "/>
                <a:cs typeface="Poppins"/>
              </a:rPr>
              <a:t>You would like a hub for information about caring.</a:t>
            </a:r>
          </a:p>
          <a:p>
            <a:pPr marL="285750" indent="-285750">
              <a:buFont typeface="Wingdings"/>
              <a:buChar char="Ø"/>
            </a:pPr>
            <a:endParaRPr lang="en-GB" sz="1400" i="1">
              <a:latin typeface="Poppins  "/>
            </a:endParaRPr>
          </a:p>
          <a:p>
            <a:pPr marL="285750" indent="-285750">
              <a:buFont typeface="Wingdings"/>
              <a:buChar char="Ø"/>
            </a:pPr>
            <a:endParaRPr lang="en-GB" sz="1400" i="1">
              <a:latin typeface="Poppins  "/>
            </a:endParaRPr>
          </a:p>
          <a:p>
            <a:pPr marL="285750" indent="-285750">
              <a:buFont typeface="Wingdings"/>
              <a:buChar char="Ø"/>
            </a:pP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10" name="Text Placeholder 1">
            <a:extLst>
              <a:ext uri="{FF2B5EF4-FFF2-40B4-BE49-F238E27FC236}">
                <a16:creationId xmlns:a16="http://schemas.microsoft.com/office/drawing/2014/main" id="{CC7AD128-5601-FADC-4E77-50DCC0742356}"/>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71F69200-BFEF-4907-8F1B-B7FD1C3A6675}"/>
              </a:ext>
            </a:extLst>
          </p:cNvPr>
          <p:cNvSpPr txBox="1">
            <a:spLocks/>
          </p:cNvSpPr>
          <p:nvPr/>
        </p:nvSpPr>
        <p:spPr>
          <a:xfrm>
            <a:off x="6542252" y="2810668"/>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C14F2D36-908C-F91C-EAFF-A18E86B36E13}"/>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Used your comments to inform the review of the Student Carers Policy.</a:t>
            </a:r>
            <a:endParaRPr lang="en-GB" sz="1400" i="1"/>
          </a:p>
          <a:p>
            <a:pPr marL="285750" indent="-285750">
              <a:buFont typeface="Wingdings"/>
              <a:buChar char="Ø"/>
            </a:pPr>
            <a:r>
              <a:rPr lang="en-GB" sz="1400" i="1">
                <a:latin typeface="Poppins"/>
                <a:cs typeface="Poppins"/>
              </a:rPr>
              <a:t>Met with staff involved with staff development to discuss updating resources for staff.</a:t>
            </a:r>
          </a:p>
          <a:p>
            <a:pPr marL="285750" indent="-285750">
              <a:buFont typeface="Wingdings"/>
              <a:buChar char="Ø"/>
            </a:pPr>
            <a:r>
              <a:rPr lang="en-GB" sz="1400" i="1">
                <a:latin typeface="Poppins"/>
                <a:cs typeface="Poppins"/>
              </a:rPr>
              <a:t>Planned carer support sessions.</a:t>
            </a: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5" name="Text Placeholder 5">
            <a:extLst>
              <a:ext uri="{FF2B5EF4-FFF2-40B4-BE49-F238E27FC236}">
                <a16:creationId xmlns:a16="http://schemas.microsoft.com/office/drawing/2014/main" id="{546A803F-C0A6-5C68-C06E-231D261BDB58}"/>
              </a:ext>
            </a:extLst>
          </p:cNvPr>
          <p:cNvSpPr txBox="1">
            <a:spLocks/>
          </p:cNvSpPr>
          <p:nvPr/>
        </p:nvSpPr>
        <p:spPr>
          <a:xfrm>
            <a:off x="6542252" y="3321102"/>
            <a:ext cx="5171850" cy="2917442"/>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Work with Open SU to develop a Student Carer Hub.</a:t>
            </a:r>
            <a:endParaRPr lang="en-US"/>
          </a:p>
          <a:p>
            <a:pPr marL="285750" indent="-285750">
              <a:buFont typeface="Wingdings"/>
              <a:buChar char="Ø"/>
            </a:pPr>
            <a:r>
              <a:rPr lang="en-GB" sz="1400" i="1">
                <a:solidFill>
                  <a:schemeClr val="tx1"/>
                </a:solidFill>
                <a:latin typeface="Poppins"/>
                <a:cs typeface="Poppins"/>
              </a:rPr>
              <a:t>Work with student carers and Open SU to develop a Student Carer Group. </a:t>
            </a: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0" indent="0">
              <a:buNone/>
            </a:pPr>
            <a:endParaRPr lang="en-GB" sz="1400">
              <a:latin typeface="Poppins"/>
              <a:cs typeface="Poppins"/>
            </a:endParaRPr>
          </a:p>
        </p:txBody>
      </p:sp>
    </p:spTree>
    <p:extLst>
      <p:ext uri="{BB962C8B-B14F-4D97-AF65-F5344CB8AC3E}">
        <p14:creationId xmlns:p14="http://schemas.microsoft.com/office/powerpoint/2010/main" val="183320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D07A3-14D4-A3DF-012C-64CF1F750D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8C62013-D4A8-9F17-21AC-848133E298CE}"/>
              </a:ext>
            </a:extLst>
          </p:cNvPr>
          <p:cNvSpPr>
            <a:spLocks noGrp="1"/>
          </p:cNvSpPr>
          <p:nvPr>
            <p:ph type="body" sz="quarter" idx="12"/>
          </p:nvPr>
        </p:nvSpPr>
        <p:spPr>
          <a:xfrm>
            <a:off x="412288" y="1849852"/>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725E5D77-0EF5-4287-2164-E319B56068DD}"/>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1" i="0" u="none" strike="noStrike" kern="1200" cap="none" spc="0" normalizeH="0" baseline="0" noProof="0">
                <a:ln>
                  <a:noFill/>
                </a:ln>
                <a:solidFill>
                  <a:srgbClr val="060645"/>
                </a:solidFill>
                <a:effectLst/>
                <a:uLnTx/>
                <a:uFillTx/>
                <a:latin typeface="Poppins SemiBold"/>
                <a:ea typeface="+mn-ea"/>
                <a:cs typeface="Poppins SemiBold"/>
              </a:rPr>
              <a:t>What do you want to learn about gen AI for career success?</a:t>
            </a:r>
            <a:endParaRPr kumimoji="0" lang="en-GB" sz="24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39533301-D65D-78F6-AE1F-4503E0B468C5}"/>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81FC44E5-133B-64D3-6093-B853D4CBBE5D}"/>
              </a:ext>
            </a:extLst>
          </p:cNvPr>
          <p:cNvSpPr txBox="1">
            <a:spLocks/>
          </p:cNvSpPr>
          <p:nvPr/>
        </p:nvSpPr>
        <p:spPr>
          <a:xfrm>
            <a:off x="6542252" y="3657629"/>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AD7953B4-813A-25F1-3465-0810A7E2C3DF}"/>
              </a:ext>
            </a:extLst>
          </p:cNvPr>
          <p:cNvSpPr txBox="1">
            <a:spLocks/>
          </p:cNvSpPr>
          <p:nvPr/>
        </p:nvSpPr>
        <p:spPr>
          <a:xfrm>
            <a:off x="6542252" y="1058725"/>
            <a:ext cx="5362350" cy="259890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Shared your feedback with our Employability Strategy Steering Group and other University groups creating and supporting the OU’s GenAI approach in teaching and learning.</a:t>
            </a:r>
          </a:p>
          <a:p>
            <a:pPr marL="285750" indent="-285750">
              <a:buFont typeface="Wingdings"/>
              <a:buChar char="Ø"/>
            </a:pPr>
            <a:r>
              <a:rPr lang="en-GB" sz="1400" i="1">
                <a:latin typeface="Poppins"/>
                <a:cs typeface="Poppins"/>
              </a:rPr>
              <a:t>Used your feedback in the development of new modules, which are exploring new ways to use Large Language Models (LLMs) for study.</a:t>
            </a:r>
          </a:p>
          <a:p>
            <a:pPr marL="285750" indent="-285750">
              <a:buFont typeface="Wingdings"/>
              <a:buChar char="Ø"/>
            </a:pPr>
            <a:r>
              <a:rPr lang="en-GB" sz="1400" i="1">
                <a:latin typeface="Poppins"/>
                <a:cs typeface="Poppins"/>
              </a:rPr>
              <a:t>Started to look at how the Student Employability Framework aligns with different GenAI frameworks.</a:t>
            </a: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63D3B6E0-3EDA-DBF2-0B4F-B713254068EE}"/>
              </a:ext>
            </a:extLst>
          </p:cNvPr>
          <p:cNvSpPr txBox="1">
            <a:spLocks/>
          </p:cNvSpPr>
          <p:nvPr/>
        </p:nvSpPr>
        <p:spPr>
          <a:xfrm>
            <a:off x="411738" y="2351462"/>
            <a:ext cx="5358147" cy="3136261"/>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You are excited but cautious around using GenAI tools/Large Language Models(LLMs) and would appreciate more guidance from the OU around their use.</a:t>
            </a:r>
          </a:p>
          <a:p>
            <a:pPr marL="285750" indent="-285750">
              <a:buFont typeface="Wingdings"/>
              <a:buChar char="Ø"/>
            </a:pPr>
            <a:r>
              <a:rPr lang="en-GB" sz="1400" i="1">
                <a:latin typeface="Poppins  "/>
                <a:cs typeface="Poppins"/>
              </a:rPr>
              <a:t>You’re very interested in how to generate good prompts and developing skills in using LLMs, but you’re also interested in the ethical issues of their use – both in terms of academic integrity (assessment) and in terms of ethical practices related to sustainability.</a:t>
            </a:r>
          </a:p>
          <a:p>
            <a:pPr marL="285750" indent="-285750">
              <a:buFont typeface="Wingdings"/>
              <a:buChar char="Ø"/>
            </a:pPr>
            <a:r>
              <a:rPr lang="en-GB" sz="1400" i="1">
                <a:latin typeface="Poppins  "/>
                <a:cs typeface="Poppins"/>
              </a:rPr>
              <a:t>You want to learn more about how you can use LLMs for your studies but are equally interested in understanding the potential and strengths of these tools in assisting with your career and everyday life.</a:t>
            </a:r>
          </a:p>
          <a:p>
            <a:pPr marL="0" indent="0">
              <a:buNone/>
            </a:pPr>
            <a:endParaRPr lang="en-GB" sz="1400" i="1">
              <a:latin typeface="Poppins  "/>
              <a:cs typeface="Poppins"/>
            </a:endParaRPr>
          </a:p>
          <a:p>
            <a:pPr marL="285750" indent="-285750">
              <a:buFont typeface="Wingdings"/>
              <a:buChar char="Ø"/>
            </a:pPr>
            <a:endParaRPr lang="en-US"/>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D2893028-4B4F-A9BA-FCF4-DA1279E9CC90}"/>
              </a:ext>
            </a:extLst>
          </p:cNvPr>
          <p:cNvSpPr txBox="1">
            <a:spLocks/>
          </p:cNvSpPr>
          <p:nvPr/>
        </p:nvSpPr>
        <p:spPr>
          <a:xfrm>
            <a:off x="6542252" y="4128298"/>
            <a:ext cx="5171850" cy="236235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Develop more comprehensive and helpful guidance in using Gen AI and LLMs in your studies.</a:t>
            </a:r>
          </a:p>
          <a:p>
            <a:pPr marL="285750" indent="-285750">
              <a:buFont typeface="Wingdings"/>
              <a:buChar char="Ø"/>
            </a:pPr>
            <a:r>
              <a:rPr lang="en-GB" sz="1400" i="1">
                <a:solidFill>
                  <a:schemeClr val="tx1"/>
                </a:solidFill>
                <a:latin typeface="Poppins"/>
                <a:cs typeface="Poppins"/>
              </a:rPr>
              <a:t>Work closely with other colleagues in the University to ensure that students are given opportunities to develop skills in using GenAI effectively to meet their goals.</a:t>
            </a:r>
          </a:p>
          <a:p>
            <a:pPr marL="285750" indent="-285750">
              <a:buFont typeface="Wingdings"/>
              <a:buChar char="Ø"/>
            </a:pPr>
            <a:r>
              <a:rPr lang="en-GB" sz="1400" i="1">
                <a:solidFill>
                  <a:schemeClr val="tx1"/>
                </a:solidFill>
                <a:latin typeface="Poppins"/>
                <a:cs typeface="Poppins"/>
              </a:rPr>
              <a:t>Explore new and innovative ways to incorporate LLMs into teaching and learning, as well as careers information, advice and guidance.</a:t>
            </a:r>
            <a:endParaRPr lang="en-US">
              <a:solidFill>
                <a:schemeClr val="tx1"/>
              </a:solidFill>
              <a:latin typeface="Poppins"/>
              <a:cs typeface="Poppins"/>
            </a:endParaRP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2058167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B7C8B-7124-EC1D-4FB5-4D6C12B7AA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88751CC-BF14-BD11-EFCD-B14D152F29BE}"/>
              </a:ext>
            </a:extLst>
          </p:cNvPr>
          <p:cNvSpPr>
            <a:spLocks noGrp="1"/>
          </p:cNvSpPr>
          <p:nvPr>
            <p:ph type="body" sz="quarter" idx="12"/>
          </p:nvPr>
        </p:nvSpPr>
        <p:spPr>
          <a:xfrm>
            <a:off x="423833" y="1884488"/>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ADE17CF4-E0BE-C583-C2B7-04BDDF0172F8}"/>
              </a:ext>
            </a:extLst>
          </p:cNvPr>
          <p:cNvSpPr>
            <a:spLocks noGrp="1"/>
          </p:cNvSpPr>
          <p:nvPr>
            <p:ph type="title" idx="4294967295"/>
          </p:nvPr>
        </p:nvSpPr>
        <p:spPr>
          <a:xfrm>
            <a:off x="425450" y="439738"/>
            <a:ext cx="4913313"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a:ln>
                  <a:noFill/>
                </a:ln>
                <a:solidFill>
                  <a:srgbClr val="060645"/>
                </a:solidFill>
                <a:effectLst/>
                <a:uLnTx/>
                <a:uFillTx/>
                <a:latin typeface="Poppins SemiBold"/>
                <a:ea typeface="+mn-ea"/>
                <a:cs typeface="Poppins SemiBold"/>
              </a:rPr>
              <a:t>Supporting mental health and wellbeing through arts-based reflective activities</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C8D68111-6CB3-DCAC-226A-9C1A25F9E56E}"/>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C6976C14-731B-AB0B-DEA1-51495E68FC8C}"/>
              </a:ext>
            </a:extLst>
          </p:cNvPr>
          <p:cNvSpPr txBox="1">
            <a:spLocks/>
          </p:cNvSpPr>
          <p:nvPr/>
        </p:nvSpPr>
        <p:spPr>
          <a:xfrm>
            <a:off x="6542252" y="328434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441FBA69-69EC-D8D2-BE50-C3D1EFA6200E}"/>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Shared the session overview at the Ed Studies primary staff meeting.</a:t>
            </a:r>
            <a:endParaRPr lang="en-GB" sz="1400" i="1"/>
          </a:p>
          <a:p>
            <a:pPr marL="285750" indent="-285750">
              <a:buFont typeface="Wingdings"/>
              <a:buChar char="Ø"/>
            </a:pPr>
            <a:r>
              <a:rPr lang="en-GB" sz="1400" i="1">
                <a:latin typeface="Poppins"/>
                <a:cs typeface="Poppins"/>
              </a:rPr>
              <a:t>Discussed the value of making space for arts and made space for students to share their own creations in the session.</a:t>
            </a:r>
          </a:p>
          <a:p>
            <a:pPr marL="285750" indent="-285750">
              <a:buFont typeface="Wingdings"/>
              <a:buChar char="Ø"/>
            </a:pPr>
            <a:r>
              <a:rPr lang="en-GB" sz="1400" i="1">
                <a:latin typeface="Poppins"/>
                <a:cs typeface="Poppins"/>
              </a:rPr>
              <a:t>Posted about the session on our @ouEdPrimary </a:t>
            </a:r>
            <a:r>
              <a:rPr lang="en-GB" sz="1400" i="1" err="1">
                <a:latin typeface="Poppins"/>
                <a:cs typeface="Poppins"/>
              </a:rPr>
              <a:t>instagram</a:t>
            </a:r>
            <a:r>
              <a:rPr lang="en-GB" sz="1400" i="1">
                <a:latin typeface="Poppins"/>
                <a:cs typeface="Poppins"/>
              </a:rPr>
              <a:t> page to thank students!</a:t>
            </a: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A198A16F-9667-D55E-1B4E-42FD1BC41901}"/>
              </a:ext>
            </a:extLst>
          </p:cNvPr>
          <p:cNvSpPr txBox="1">
            <a:spLocks/>
          </p:cNvSpPr>
          <p:nvPr/>
        </p:nvSpPr>
        <p:spPr>
          <a:xfrm>
            <a:off x="423283" y="2395841"/>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Creating arts-based objects is a great way to find reflective space alongside studying.</a:t>
            </a:r>
            <a:endParaRPr lang="en-GB" sz="1400" i="1">
              <a:latin typeface="Poppins  "/>
            </a:endParaRPr>
          </a:p>
          <a:p>
            <a:pPr marL="285750" indent="-285750">
              <a:buFont typeface="Wingdings"/>
              <a:buChar char="Ø"/>
            </a:pPr>
            <a:r>
              <a:rPr lang="en-GB" sz="1400" i="1">
                <a:latin typeface="Poppins  "/>
                <a:cs typeface="Poppins"/>
              </a:rPr>
              <a:t>Arts, including painting, poetry, Lego and drawing, help you to express yourselves and nurture your wellbeing.</a:t>
            </a:r>
            <a:endParaRPr lang="en-GB" sz="1400" i="1">
              <a:latin typeface="Poppins  "/>
            </a:endParaRPr>
          </a:p>
          <a:p>
            <a:pPr marL="285750" indent="-285750">
              <a:buFont typeface="Wingdings"/>
              <a:buChar char="Ø"/>
            </a:pPr>
            <a:r>
              <a:rPr lang="en-GB" sz="1400" i="1">
                <a:latin typeface="Poppins  "/>
                <a:cs typeface="Poppins"/>
              </a:rPr>
              <a:t>You really enjoyed the session and loved seeing each others’ artwork! (We did too!)</a:t>
            </a: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FEEE9A08-53E8-5B31-6C50-CF5424C53AF1}"/>
              </a:ext>
            </a:extLst>
          </p:cNvPr>
          <p:cNvSpPr txBox="1">
            <a:spLocks/>
          </p:cNvSpPr>
          <p:nvPr/>
        </p:nvSpPr>
        <p:spPr>
          <a:xfrm>
            <a:off x="6542252" y="3815372"/>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Offer a similar session in Neurodiversity Week, 2026.</a:t>
            </a:r>
          </a:p>
          <a:p>
            <a:pPr marL="285750" indent="-285750">
              <a:buFont typeface="Wingdings"/>
              <a:buChar char="Ø"/>
            </a:pPr>
            <a:r>
              <a:rPr lang="en-GB" sz="1400" i="1">
                <a:solidFill>
                  <a:schemeClr val="tx1"/>
                </a:solidFill>
                <a:latin typeface="Poppins"/>
                <a:cs typeface="Poppins"/>
              </a:rPr>
              <a:t>Encourage tutors to speak to students about any arts they may do in their space time.</a:t>
            </a: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2311513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F1FEC-E730-3CF9-17DC-8DC66132B7D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9612A60-05DE-CC45-F5D0-1D052E83E864}"/>
              </a:ext>
            </a:extLst>
          </p:cNvPr>
          <p:cNvSpPr>
            <a:spLocks noGrp="1"/>
          </p:cNvSpPr>
          <p:nvPr>
            <p:ph type="body" sz="quarter" idx="12"/>
          </p:nvPr>
        </p:nvSpPr>
        <p:spPr>
          <a:xfrm>
            <a:off x="413838" y="1843143"/>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78A70C86-C4F4-2023-F024-7A8F55F3EEB3}"/>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60645"/>
                </a:solidFill>
                <a:effectLst/>
                <a:uLnTx/>
                <a:uFillTx/>
                <a:latin typeface="Poppins SemiBold"/>
                <a:ea typeface="+mn-ea"/>
                <a:cs typeface="Poppins SemiBold"/>
              </a:rPr>
              <a:t>Studying sustainability: The impact of AI and tech on our planet</a:t>
            </a:r>
            <a:endParaRPr kumimoji="0" lang="en-US" sz="24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98EBE0CA-8E09-2937-2FB0-9E0B0329E115}"/>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667ACB4E-F683-6400-408C-E64186231957}"/>
              </a:ext>
            </a:extLst>
          </p:cNvPr>
          <p:cNvSpPr txBox="1">
            <a:spLocks/>
          </p:cNvSpPr>
          <p:nvPr/>
        </p:nvSpPr>
        <p:spPr>
          <a:xfrm>
            <a:off x="6729410" y="4500870"/>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ABEF0B2E-B932-34B7-A67C-BD3444860CF4}"/>
              </a:ext>
            </a:extLst>
          </p:cNvPr>
          <p:cNvSpPr txBox="1">
            <a:spLocks/>
          </p:cNvSpPr>
          <p:nvPr/>
        </p:nvSpPr>
        <p:spPr>
          <a:xfrm>
            <a:off x="6542252" y="1058725"/>
            <a:ext cx="5362350" cy="3429873"/>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Shared the findings from the Student Voice Week session with the University's AI working group who are having discussions around developing an OU-specific AI tool, AIDA, so that they have a range of student perspectives to inform decision-making. </a:t>
            </a:r>
          </a:p>
          <a:p>
            <a:pPr marL="285750" indent="-285750">
              <a:buFont typeface="Wingdings"/>
              <a:buChar char="Ø"/>
            </a:pPr>
            <a:r>
              <a:rPr lang="en-GB" sz="1400" i="1">
                <a:latin typeface="Poppins"/>
                <a:cs typeface="Poppins"/>
              </a:rPr>
              <a:t>Integrated the student thoughts and ideas into our draft Open SU AI statement, adding in the points about mitigation, responsible use and environmentally friendly alternatives like Ecosia Chat. </a:t>
            </a:r>
            <a:endParaRPr lang="en-GB" sz="1400" i="1"/>
          </a:p>
          <a:p>
            <a:pPr marL="285750" indent="-285750">
              <a:buFont typeface="Wingdings"/>
              <a:buChar char="Ø"/>
            </a:pPr>
            <a:r>
              <a:rPr lang="en-GB" sz="1400" i="1">
                <a:latin typeface="Poppins"/>
                <a:cs typeface="Poppins"/>
              </a:rPr>
              <a:t>On 10 December 2025, we reviewed these additions with the Environment and Sustainability Working Group and they were approved. </a:t>
            </a:r>
          </a:p>
          <a:p>
            <a:pPr marL="285750" indent="-285750">
              <a:buFont typeface="Wingdings"/>
              <a:buChar char="Ø"/>
            </a:pPr>
            <a:endParaRPr lang="en-GB">
              <a:latin typeface="Poppins"/>
              <a:cs typeface="Poppins"/>
            </a:endParaRPr>
          </a:p>
          <a:p>
            <a:pPr marL="0" indent="0">
              <a:buNone/>
            </a:pPr>
            <a:endParaRPr lang="en-GB">
              <a:latin typeface="Poppins"/>
              <a:cs typeface="Poppins"/>
            </a:endParaRPr>
          </a:p>
        </p:txBody>
      </p:sp>
      <p:sp>
        <p:nvSpPr>
          <p:cNvPr id="15" name="Text Placeholder 5">
            <a:extLst>
              <a:ext uri="{FF2B5EF4-FFF2-40B4-BE49-F238E27FC236}">
                <a16:creationId xmlns:a16="http://schemas.microsoft.com/office/drawing/2014/main" id="{5DD0C5B8-BCF1-954F-99F0-6B84D504CFD1}"/>
              </a:ext>
            </a:extLst>
          </p:cNvPr>
          <p:cNvSpPr txBox="1">
            <a:spLocks/>
          </p:cNvSpPr>
          <p:nvPr/>
        </p:nvSpPr>
        <p:spPr>
          <a:xfrm>
            <a:off x="411738" y="2291933"/>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200">
                <a:latin typeface="Poppins"/>
                <a:cs typeface="Poppins"/>
              </a:rPr>
              <a:t>Suggestions were offered for how the University could regulate/justify its use of AI and how it is provided to students. </a:t>
            </a:r>
            <a:endParaRPr lang="en-US" sz="1200"/>
          </a:p>
          <a:p>
            <a:pPr marL="285750" indent="-285750">
              <a:buFont typeface="Wingdings,Sans-Serif"/>
              <a:buChar char="Ø"/>
            </a:pPr>
            <a:r>
              <a:rPr lang="en-GB" sz="1200">
                <a:latin typeface="Poppins"/>
                <a:cs typeface="Poppins"/>
              </a:rPr>
              <a:t>Students shared how an AI tool could be useful for them. </a:t>
            </a:r>
          </a:p>
          <a:p>
            <a:pPr marL="285750" indent="-285750">
              <a:buFont typeface="Wingdings"/>
              <a:buChar char="Ø"/>
            </a:pPr>
            <a:r>
              <a:rPr lang="en-GB" sz="1200">
                <a:latin typeface="Poppins"/>
                <a:cs typeface="Poppins"/>
              </a:rPr>
              <a:t>These included providing students with a counter when using an AI tool, which estimates how much power is being used and whether it is renewable. </a:t>
            </a:r>
            <a:endParaRPr lang="en-US" sz="1200"/>
          </a:p>
          <a:p>
            <a:pPr marL="285750" indent="-285750">
              <a:buFont typeface="Wingdings"/>
              <a:buChar char="Ø"/>
            </a:pPr>
            <a:r>
              <a:rPr lang="en-GB" sz="1200">
                <a:latin typeface="Poppins"/>
                <a:cs typeface="Poppins"/>
              </a:rPr>
              <a:t>Other students voiced the dangers of AI, including a potential detrimental effect on students' cognitive abilities due to overreliance, the environmental risks, as well as the unreliability of the tool.</a:t>
            </a:r>
            <a:endParaRPr lang="en-US" sz="1200"/>
          </a:p>
          <a:p>
            <a:pPr marL="285750" indent="-285750">
              <a:buFont typeface="Wingdings"/>
              <a:buChar char="Ø"/>
            </a:pPr>
            <a:r>
              <a:rPr lang="en-GB" sz="1200">
                <a:latin typeface="Poppins"/>
                <a:cs typeface="Poppins"/>
              </a:rPr>
              <a:t>Pre-session attitudes: 36% for OU AI, 36% against, 29% unsure. Post-session: 46% against OU AI (shows an increase in opposition after learning environmental impacts). </a:t>
            </a:r>
            <a:endParaRPr lang="en-GB" sz="1200"/>
          </a:p>
          <a:p>
            <a:pPr marL="285750" indent="-285750">
              <a:buFont typeface="Wingdings"/>
              <a:buChar char="Ø"/>
            </a:pPr>
            <a:endParaRPr lang="en-GB" sz="1200">
              <a:latin typeface="Poppins"/>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EB7B0AEF-DE82-B8F0-8633-B7DE2D5EAAD0}"/>
              </a:ext>
            </a:extLst>
          </p:cNvPr>
          <p:cNvSpPr txBox="1">
            <a:spLocks/>
          </p:cNvSpPr>
          <p:nvPr/>
        </p:nvSpPr>
        <p:spPr>
          <a:xfrm>
            <a:off x="6542252" y="4938320"/>
            <a:ext cx="5171850" cy="67480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Publish the Open SU AI statement on oustudents.com.</a:t>
            </a:r>
          </a:p>
          <a:p>
            <a:pPr marL="285750" indent="-285750">
              <a:buFont typeface="Wingdings"/>
              <a:buChar char="Ø"/>
            </a:pPr>
            <a:endParaRPr lang="en-GB" sz="1400">
              <a:solidFill>
                <a:schemeClr val="tx1"/>
              </a:solidFill>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pic>
        <p:nvPicPr>
          <p:cNvPr id="3" name="Picture 2">
            <a:extLst>
              <a:ext uri="{FF2B5EF4-FFF2-40B4-BE49-F238E27FC236}">
                <a16:creationId xmlns:a16="http://schemas.microsoft.com/office/drawing/2014/main" id="{B00AA2D2-BB77-200D-C923-B0BFB4D638B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64709" y="5275720"/>
            <a:ext cx="2418891" cy="1814168"/>
          </a:xfrm>
          <a:prstGeom prst="rect">
            <a:avLst/>
          </a:prstGeom>
        </p:spPr>
      </p:pic>
    </p:spTree>
    <p:extLst>
      <p:ext uri="{BB962C8B-B14F-4D97-AF65-F5344CB8AC3E}">
        <p14:creationId xmlns:p14="http://schemas.microsoft.com/office/powerpoint/2010/main" val="623228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38D3-5C00-38F1-9CF8-914B8A2D9FB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961DC2-5211-1BF3-B072-4BDAE8105303}"/>
              </a:ext>
            </a:extLst>
          </p:cNvPr>
          <p:cNvSpPr>
            <a:spLocks noGrp="1"/>
          </p:cNvSpPr>
          <p:nvPr>
            <p:ph type="body" sz="quarter" idx="12"/>
          </p:nvPr>
        </p:nvSpPr>
        <p:spPr>
          <a:xfrm>
            <a:off x="412288" y="1838306"/>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21B44C97-EAAA-C45C-5027-03FA4EA3732B}"/>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Enhancing your study experience through </a:t>
            </a:r>
            <a:r>
              <a:rPr kumimoji="0" lang="en-US" sz="2400" b="0" i="0" u="none" strike="noStrike" kern="1200" cap="none" spc="0" normalizeH="0" baseline="0" noProof="0" err="1">
                <a:ln>
                  <a:noFill/>
                </a:ln>
                <a:solidFill>
                  <a:srgbClr val="060645"/>
                </a:solidFill>
                <a:effectLst/>
                <a:uLnTx/>
                <a:uFillTx/>
                <a:latin typeface="Poppins SemiBold"/>
                <a:ea typeface="+mn-ea"/>
                <a:cs typeface="Poppins SemiBold"/>
              </a:rPr>
              <a:t>customising</a:t>
            </a: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 device settings</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CC3889E4-6EAE-15B0-9966-91E8CBDACED0}"/>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ECFA9C8D-173B-28F9-E658-E0285A469B86}"/>
              </a:ext>
            </a:extLst>
          </p:cNvPr>
          <p:cNvSpPr txBox="1">
            <a:spLocks/>
          </p:cNvSpPr>
          <p:nvPr/>
        </p:nvSpPr>
        <p:spPr>
          <a:xfrm>
            <a:off x="6542252" y="328434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442E583E-1140-D403-2F58-575809306134}"/>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endParaRPr lang="en-GB" sz="1400" i="1"/>
          </a:p>
          <a:p>
            <a:pPr marL="285750" indent="-285750">
              <a:buFont typeface="Wingdings"/>
              <a:buChar char="Ø"/>
            </a:pPr>
            <a:r>
              <a:rPr lang="en-GB" sz="1400" i="1">
                <a:latin typeface="Poppins"/>
                <a:cs typeface="Poppins"/>
              </a:rPr>
              <a:t>Made improvements to the material we created on this topic area to go on Open Learn. </a:t>
            </a: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4FA97D6E-463C-13AE-DD56-21B60BD5CE4F}"/>
              </a:ext>
            </a:extLst>
          </p:cNvPr>
          <p:cNvSpPr txBox="1">
            <a:spLocks/>
          </p:cNvSpPr>
          <p:nvPr/>
        </p:nvSpPr>
        <p:spPr>
          <a:xfrm>
            <a:off x="411738" y="2291932"/>
            <a:ext cx="5166102"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It can be difficult to learn about what (free) software is available and useful.</a:t>
            </a:r>
            <a:endParaRPr lang="en-GB" sz="1400" i="1">
              <a:latin typeface="Poppins  "/>
            </a:endParaRPr>
          </a:p>
          <a:p>
            <a:pPr marL="285750" indent="-285750">
              <a:buFont typeface="Wingdings"/>
              <a:buChar char="Ø"/>
            </a:pPr>
            <a:r>
              <a:rPr lang="en-GB" sz="1400" i="1">
                <a:latin typeface="Poppins  "/>
                <a:cs typeface="Poppins"/>
              </a:rPr>
              <a:t>You confirmed that it's difficult to find out information about (free) software and how to customise your device settings in the first place or have the confidence to explore this independently.</a:t>
            </a:r>
            <a:endParaRPr lang="en-GB" sz="1400" i="1">
              <a:latin typeface="Poppins  "/>
            </a:endParaRPr>
          </a:p>
          <a:p>
            <a:pPr marL="285750" indent="-285750">
              <a:buFont typeface="Wingdings"/>
              <a:buChar char="Ø"/>
            </a:pPr>
            <a:r>
              <a:rPr lang="en-GB" sz="1400" i="1">
                <a:latin typeface="Poppins  "/>
                <a:cs typeface="Poppins"/>
              </a:rPr>
              <a:t>You showed us the type of (free) software you're already using and how you already customise your devices for studying and shared your experiences with us. </a:t>
            </a:r>
            <a:endParaRPr lang="en-GB" sz="1400" i="1">
              <a:latin typeface="Poppins  "/>
            </a:endParaRPr>
          </a:p>
          <a:p>
            <a:pPr marL="285750" indent="-285750">
              <a:buFont typeface="Wingdings"/>
              <a:buChar char="Ø"/>
            </a:pPr>
            <a:r>
              <a:rPr lang="en-GB" sz="1400" i="1">
                <a:latin typeface="Poppins  "/>
                <a:cs typeface="Poppins"/>
              </a:rPr>
              <a:t>You told us that this type of session/information was valuable in giving you confidence to explore this area independently. </a:t>
            </a:r>
            <a:endParaRPr lang="en-GB" sz="1400" i="1">
              <a:latin typeface="Poppins  "/>
            </a:endParaRPr>
          </a:p>
          <a:p>
            <a:pPr marL="285750" indent="-285750">
              <a:buFont typeface="Wingdings"/>
              <a:buChar char="Ø"/>
            </a:pP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681EBB2B-2EFA-4813-93F6-916DAE122EAA}"/>
              </a:ext>
            </a:extLst>
          </p:cNvPr>
          <p:cNvSpPr txBox="1">
            <a:spLocks/>
          </p:cNvSpPr>
          <p:nvPr/>
        </p:nvSpPr>
        <p:spPr>
          <a:xfrm>
            <a:off x="6542252" y="3815372"/>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Publish the content and with the help of the Open Learn team, widen it out to become a course as well as an article.  </a:t>
            </a:r>
          </a:p>
          <a:p>
            <a:pPr marL="285750" indent="-285750">
              <a:buFont typeface="Wingdings"/>
              <a:buChar char="Ø"/>
            </a:pPr>
            <a:r>
              <a:rPr lang="en-GB" sz="1400" i="1">
                <a:solidFill>
                  <a:schemeClr val="tx1"/>
                </a:solidFill>
                <a:latin typeface="Poppins"/>
                <a:cs typeface="Poppins"/>
              </a:rPr>
              <a:t>Promote this article in student spaces and via comms channels. </a:t>
            </a: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808615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FAE9B-D8BD-9D01-69B8-0B33AD899A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7569254-5C1C-1442-8142-B06E32E58028}"/>
              </a:ext>
            </a:extLst>
          </p:cNvPr>
          <p:cNvSpPr>
            <a:spLocks noGrp="1"/>
          </p:cNvSpPr>
          <p:nvPr>
            <p:ph type="body" sz="quarter" idx="12"/>
          </p:nvPr>
        </p:nvSpPr>
        <p:spPr>
          <a:xfrm>
            <a:off x="412288" y="1418358"/>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53655A67-53E1-6912-A15F-5E198DCA1E86}"/>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000" b="1" i="0" u="none" strike="noStrike" kern="1200" cap="none" spc="0" normalizeH="0" baseline="0" noProof="0">
                <a:ln>
                  <a:noFill/>
                </a:ln>
                <a:solidFill>
                  <a:srgbClr val="060645"/>
                </a:solidFill>
                <a:effectLst/>
                <a:uLnTx/>
                <a:uFillTx/>
                <a:latin typeface="Poppins SemiBold"/>
                <a:ea typeface="+mn-ea"/>
                <a:cs typeface="Poppins SemiBold"/>
              </a:rPr>
              <a:t>Supporting your understanding of AI and GenAI</a:t>
            </a:r>
            <a:endParaRPr kumimoji="0" lang="en-US" sz="20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E114F942-331E-BB6E-988E-0F1DF0B4628A}"/>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7DCE8301-B3D0-91F5-1E3F-ACDA6A486C4F}"/>
              </a:ext>
            </a:extLst>
          </p:cNvPr>
          <p:cNvSpPr txBox="1">
            <a:spLocks/>
          </p:cNvSpPr>
          <p:nvPr/>
        </p:nvSpPr>
        <p:spPr>
          <a:xfrm>
            <a:off x="6542252" y="214720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EC75EEB1-BD6B-71DB-196E-97673048086E}"/>
              </a:ext>
            </a:extLst>
          </p:cNvPr>
          <p:cNvSpPr txBox="1">
            <a:spLocks/>
          </p:cNvSpPr>
          <p:nvPr/>
        </p:nvSpPr>
        <p:spPr>
          <a:xfrm>
            <a:off x="6542252" y="902653"/>
            <a:ext cx="5362350" cy="98602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Shared your feedback with OU colleagues working to develop approaches to support students with using GenAI and AI.</a:t>
            </a:r>
            <a:endParaRPr lang="en-GB" sz="1400" i="1"/>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D3C30D0A-67BC-C619-781A-9313147B340A}"/>
              </a:ext>
            </a:extLst>
          </p:cNvPr>
          <p:cNvSpPr txBox="1">
            <a:spLocks/>
          </p:cNvSpPr>
          <p:nvPr/>
        </p:nvSpPr>
        <p:spPr>
          <a:xfrm>
            <a:off x="411738" y="1906342"/>
            <a:ext cx="5524834" cy="379382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a:latin typeface="Poppins"/>
                <a:cs typeface="Poppins"/>
              </a:rPr>
              <a:t>You are making varied use of GenAI to help you with your studies: for fact checking, help with writing and understanding, and to support your accessibility needs.</a:t>
            </a:r>
            <a:endParaRPr lang="en-US" sz="1400"/>
          </a:p>
          <a:p>
            <a:pPr marL="285750" indent="-285750">
              <a:buFont typeface="Wingdings"/>
              <a:buChar char="Ø"/>
            </a:pPr>
            <a:r>
              <a:rPr lang="en-GB" sz="1400">
                <a:latin typeface="Poppins"/>
                <a:cs typeface="Poppins"/>
              </a:rPr>
              <a:t>You have concerns about using GenAI, particularly its accuracy and reliability, impact on the environment, and the risk of plagiarism.</a:t>
            </a:r>
          </a:p>
          <a:p>
            <a:pPr marL="285750" indent="-285750">
              <a:buFont typeface="Wingdings"/>
              <a:buChar char="Ø"/>
            </a:pPr>
            <a:r>
              <a:rPr lang="en-GB" sz="1400">
                <a:latin typeface="Poppins"/>
                <a:cs typeface="Poppins"/>
              </a:rPr>
              <a:t>You would like clear guidance on the acceptable and ethical use of AI, embedded in your learning. </a:t>
            </a:r>
          </a:p>
          <a:p>
            <a:pPr marL="285750" indent="-285750">
              <a:buFont typeface="Wingdings"/>
              <a:buChar char="Ø"/>
            </a:pPr>
            <a:r>
              <a:rPr lang="en-GB" sz="1400">
                <a:latin typeface="Poppins"/>
                <a:cs typeface="Poppins"/>
              </a:rPr>
              <a:t>The digital skills support you would find most useful includes working with data, creating visuals, and making best use of AI to improve your productivity. </a:t>
            </a:r>
          </a:p>
          <a:p>
            <a:pPr marL="285750" indent="-285750">
              <a:buFont typeface="Wingdings"/>
              <a:buChar char="Ø"/>
            </a:pPr>
            <a:r>
              <a:rPr lang="en-GB" sz="1400">
                <a:latin typeface="Poppins"/>
                <a:cs typeface="Poppins"/>
              </a:rPr>
              <a:t>You would welcome opportunities for facilitated support/training sessions on the use of digital and AI tools.</a:t>
            </a:r>
          </a:p>
          <a:p>
            <a:pPr marL="285750" indent="-285750">
              <a:buFont typeface="Wingdings"/>
              <a:buChar char="Ø"/>
            </a:pPr>
            <a:endParaRPr lang="en-GB" sz="1400">
              <a:latin typeface="Poppins"/>
            </a:endParaRPr>
          </a:p>
          <a:p>
            <a:pPr marL="285750" indent="-285750">
              <a:buFont typeface="Wingdings"/>
              <a:buChar char="Ø"/>
            </a:pPr>
            <a:endParaRPr lang="en-GB" sz="1400">
              <a:latin typeface="Poppins"/>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296B7FD0-6258-74A5-2DC9-986744C229E4}"/>
              </a:ext>
            </a:extLst>
          </p:cNvPr>
          <p:cNvSpPr txBox="1">
            <a:spLocks/>
          </p:cNvSpPr>
          <p:nvPr/>
        </p:nvSpPr>
        <p:spPr>
          <a:xfrm>
            <a:off x="6636037" y="2654787"/>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Use the feedback you have given us about your use of GenAI, your concerns and your skills requirements  to inform the next steps in creating appropriate support and guidance material. </a:t>
            </a:r>
          </a:p>
          <a:p>
            <a:pPr marL="285750" indent="-285750">
              <a:buFont typeface="Wingdings"/>
              <a:buChar char="Ø"/>
            </a:pPr>
            <a:r>
              <a:rPr lang="en-GB" sz="1400" i="1">
                <a:solidFill>
                  <a:schemeClr val="tx1"/>
                </a:solidFill>
                <a:latin typeface="Poppins"/>
                <a:cs typeface="Poppins"/>
              </a:rPr>
              <a:t>Take note of your needs in terms of digital and AI skills topics to inform the development of the proposed Academic Skills Hub, and further guidance on the use of GenAI.</a:t>
            </a:r>
          </a:p>
          <a:p>
            <a:pPr marL="285750" indent="-285750">
              <a:buFont typeface="Wingdings"/>
              <a:buChar char="Ø"/>
            </a:pPr>
            <a:r>
              <a:rPr lang="en-GB" sz="1400" i="1">
                <a:solidFill>
                  <a:schemeClr val="tx1"/>
                </a:solidFill>
                <a:latin typeface="Poppins"/>
                <a:cs typeface="Poppins"/>
              </a:rPr>
              <a:t>Make sure that future user testing and service design asks questions about what you have told us, so that we can check that we have addressed your needs.</a:t>
            </a: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US">
              <a:solidFill>
                <a:schemeClr val="tx1"/>
              </a:solidFill>
              <a:latin typeface="Poppins"/>
              <a:cs typeface="Poppins"/>
            </a:endParaRP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213646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46D39-06D0-A4D9-DFC6-E501F290D85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7403F7D-92A5-723C-157A-33D744AA8EF1}"/>
              </a:ext>
            </a:extLst>
          </p:cNvPr>
          <p:cNvSpPr>
            <a:spLocks noGrp="1"/>
          </p:cNvSpPr>
          <p:nvPr>
            <p:ph type="body" sz="quarter" idx="12"/>
          </p:nvPr>
        </p:nvSpPr>
        <p:spPr>
          <a:xfrm>
            <a:off x="423833" y="1571873"/>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531F99FE-5E88-AAFE-81ED-B9F50B5701E9}"/>
              </a:ext>
            </a:extLst>
          </p:cNvPr>
          <p:cNvSpPr>
            <a:spLocks noGrp="1"/>
          </p:cNvSpPr>
          <p:nvPr>
            <p:ph type="title" idx="4294967295"/>
          </p:nvPr>
        </p:nvSpPr>
        <p:spPr>
          <a:xfrm>
            <a:off x="425450" y="185738"/>
            <a:ext cx="5538788"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a:ln>
                  <a:noFill/>
                </a:ln>
                <a:solidFill>
                  <a:srgbClr val="060645"/>
                </a:solidFill>
                <a:effectLst/>
                <a:uLnTx/>
                <a:uFillTx/>
                <a:latin typeface="Poppins SemiBold"/>
                <a:ea typeface="+mn-ea"/>
                <a:cs typeface="Poppins SemiBold"/>
              </a:rPr>
              <a:t>How can we make your OU experience simpler, more personal and more human</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41EDB83D-9282-CCE0-4D94-CBC91D8FC4AA}"/>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79B2A9E0-D40E-A3AA-6281-207DED34465D}"/>
              </a:ext>
            </a:extLst>
          </p:cNvPr>
          <p:cNvSpPr txBox="1">
            <a:spLocks/>
          </p:cNvSpPr>
          <p:nvPr/>
        </p:nvSpPr>
        <p:spPr>
          <a:xfrm>
            <a:off x="6542252" y="328434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DF0FA608-C0DA-4DF1-A404-9EEBC78D1217}"/>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Shared your feedback with OU colleagues via a blog – to include those working on current projects such as enrolment and assessment to help inform product and service delivery.</a:t>
            </a: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B6D832B2-E980-C23F-F64A-4CD12E123E2F}"/>
              </a:ext>
            </a:extLst>
          </p:cNvPr>
          <p:cNvSpPr txBox="1">
            <a:spLocks/>
          </p:cNvSpPr>
          <p:nvPr/>
        </p:nvSpPr>
        <p:spPr>
          <a:xfrm>
            <a:off x="287397" y="1974709"/>
            <a:ext cx="5808603" cy="418922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panose="05000000000000000000" pitchFamily="2" charset="2"/>
              <a:buChar char="Ø"/>
            </a:pPr>
            <a:r>
              <a:rPr lang="en-GB" sz="1400" i="1">
                <a:solidFill>
                  <a:schemeClr val="tx1"/>
                </a:solidFill>
                <a:latin typeface="Poppins"/>
                <a:cs typeface="Segoe UI"/>
              </a:rPr>
              <a:t>Navigating disability support and securing reasonable adjustments was often complex and inconsistent with reasonable adjustments not being respected or honoured.</a:t>
            </a:r>
            <a:endParaRPr lang="en-US" i="1">
              <a:solidFill>
                <a:schemeClr val="tx1"/>
              </a:solidFill>
              <a:latin typeface="Poppins"/>
              <a:cs typeface="Poppins"/>
            </a:endParaRPr>
          </a:p>
          <a:p>
            <a:pPr marL="285750" indent="-285750">
              <a:buFont typeface="Wingdings" panose="05000000000000000000" pitchFamily="2" charset="2"/>
              <a:buChar char="Ø"/>
            </a:pPr>
            <a:r>
              <a:rPr lang="en-GB" sz="1400" i="1">
                <a:solidFill>
                  <a:schemeClr val="tx1"/>
                </a:solidFill>
                <a:latin typeface="Poppins"/>
                <a:cs typeface="Segoe UI"/>
              </a:rPr>
              <a:t>The process of writing and submitting your first TMA is daunting, especially when instructions are unclear or technology unfamiliar.</a:t>
            </a:r>
            <a:endParaRPr lang="en-GB" i="1">
              <a:solidFill>
                <a:schemeClr val="tx1"/>
              </a:solidFill>
              <a:latin typeface="Poppins"/>
            </a:endParaRPr>
          </a:p>
          <a:p>
            <a:pPr marL="285750" indent="-285750">
              <a:buFont typeface="Wingdings" panose="05000000000000000000" pitchFamily="2" charset="2"/>
              <a:buChar char="Ø"/>
            </a:pPr>
            <a:r>
              <a:rPr lang="en-GB" sz="1400" i="1">
                <a:solidFill>
                  <a:schemeClr val="tx1"/>
                </a:solidFill>
                <a:latin typeface="Poppins"/>
                <a:cs typeface="Segoe UI"/>
              </a:rPr>
              <a:t>Accessing funding, understanding module requirements, and knowing who to contact for support are unnecessarily complicated.</a:t>
            </a:r>
            <a:endParaRPr lang="en-GB" i="1">
              <a:solidFill>
                <a:schemeClr val="tx1"/>
              </a:solidFill>
              <a:latin typeface="Poppins"/>
            </a:endParaRPr>
          </a:p>
          <a:p>
            <a:pPr marL="285750" indent="-285750">
              <a:buFont typeface="Wingdings" panose="05000000000000000000" pitchFamily="2" charset="2"/>
              <a:buChar char="Ø"/>
            </a:pPr>
            <a:r>
              <a:rPr lang="en-GB" sz="1400" i="1">
                <a:solidFill>
                  <a:schemeClr val="tx1"/>
                </a:solidFill>
                <a:latin typeface="Poppins"/>
                <a:cs typeface="Segoe UI"/>
              </a:rPr>
              <a:t>Acronyms and internal jargon are barriers for new students, making following guidance and understanding what to do, difficult.</a:t>
            </a:r>
            <a:endParaRPr lang="en-GB" i="1">
              <a:solidFill>
                <a:schemeClr val="tx1"/>
              </a:solidFill>
              <a:latin typeface="Poppins"/>
            </a:endParaRPr>
          </a:p>
          <a:p>
            <a:pPr marL="285750" indent="-285750">
              <a:buFont typeface="Wingdings" panose="05000000000000000000" pitchFamily="2" charset="2"/>
              <a:buChar char="Ø"/>
            </a:pPr>
            <a:r>
              <a:rPr lang="en-GB" sz="1400" i="1">
                <a:solidFill>
                  <a:schemeClr val="tx1"/>
                </a:solidFill>
                <a:latin typeface="Poppins"/>
                <a:cs typeface="Segoe UI"/>
              </a:rPr>
              <a:t>There are many links there to follow and it's easy to get lost in the OU digital estate.</a:t>
            </a:r>
            <a:endParaRPr lang="en-GB" i="1">
              <a:solidFill>
                <a:schemeClr val="tx1"/>
              </a:solidFill>
              <a:latin typeface="Poppins"/>
            </a:endParaRPr>
          </a:p>
          <a:p>
            <a:pPr marL="285750" indent="-285750">
              <a:buFont typeface="Wingdings" panose="05000000000000000000" pitchFamily="2" charset="2"/>
              <a:buChar char="Ø"/>
            </a:pPr>
            <a:endParaRPr lang="en-GB" sz="1400" i="1">
              <a:solidFill>
                <a:schemeClr val="tx1"/>
              </a:solidFill>
              <a:latin typeface="Poppins  "/>
            </a:endParaRPr>
          </a:p>
          <a:p>
            <a:pPr marL="285750" indent="-285750">
              <a:buFont typeface="Wingdings" panose="05000000000000000000" pitchFamily="2" charset="2"/>
              <a:buChar char="Ø"/>
            </a:pPr>
            <a:endParaRPr lang="en-GB" sz="1400" i="1">
              <a:solidFill>
                <a:schemeClr val="tx1"/>
              </a:solidFill>
              <a:latin typeface="Poppins  "/>
            </a:endParaRPr>
          </a:p>
          <a:p>
            <a:pPr marL="285750" indent="-285750">
              <a:buFont typeface="Wingdings" panose="05000000000000000000" pitchFamily="2" charset="2"/>
              <a:buChar char="Ø"/>
            </a:pPr>
            <a:endParaRPr lang="en-GB" sz="1400" i="1">
              <a:solidFill>
                <a:schemeClr val="tx1"/>
              </a:solidFill>
              <a:latin typeface="Poppins  "/>
            </a:endParaRPr>
          </a:p>
        </p:txBody>
      </p:sp>
      <p:sp>
        <p:nvSpPr>
          <p:cNvPr id="5" name="Text Placeholder 5">
            <a:extLst>
              <a:ext uri="{FF2B5EF4-FFF2-40B4-BE49-F238E27FC236}">
                <a16:creationId xmlns:a16="http://schemas.microsoft.com/office/drawing/2014/main" id="{234C2E4C-F26C-FFCF-4C62-59C502B1F254}"/>
              </a:ext>
            </a:extLst>
          </p:cNvPr>
          <p:cNvSpPr txBox="1">
            <a:spLocks/>
          </p:cNvSpPr>
          <p:nvPr/>
        </p:nvSpPr>
        <p:spPr>
          <a:xfrm>
            <a:off x="6542252" y="3815372"/>
            <a:ext cx="5171850" cy="2498172"/>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Continue to ensure that your student voice influences the student experience strategy.</a:t>
            </a:r>
            <a:endParaRPr lang="en-US">
              <a:solidFill>
                <a:schemeClr val="tx1"/>
              </a:solidFill>
              <a:latin typeface="Poppins"/>
              <a:cs typeface="Poppins"/>
            </a:endParaRP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1723253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5B11C-4919-ABC0-8B45-EA51537257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260E1D-340B-223D-280F-3898A2F49A92}"/>
              </a:ext>
            </a:extLst>
          </p:cNvPr>
          <p:cNvSpPr>
            <a:spLocks noGrp="1"/>
          </p:cNvSpPr>
          <p:nvPr>
            <p:ph type="body" sz="quarter" idx="12"/>
          </p:nvPr>
        </p:nvSpPr>
        <p:spPr>
          <a:xfrm>
            <a:off x="413838" y="1427507"/>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00C6C24F-D42D-45B9-DA1B-738E53B9DE2A}"/>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60645"/>
                </a:solidFill>
                <a:effectLst/>
                <a:uLnTx/>
                <a:uFillTx/>
                <a:latin typeface="Poppins SemiBold"/>
                <a:ea typeface="+mn-ea"/>
                <a:cs typeface="Poppins SemiBold"/>
              </a:rPr>
              <a:t>Transgender inclusion at the OU</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FE22B097-3D86-40AA-48DA-A94C444CACAA}"/>
              </a:ext>
            </a:extLst>
          </p:cNvPr>
          <p:cNvSpPr txBox="1">
            <a:spLocks/>
          </p:cNvSpPr>
          <p:nvPr/>
        </p:nvSpPr>
        <p:spPr>
          <a:xfrm>
            <a:off x="6542252" y="469191"/>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1E425D3A-B340-D76B-AC18-C5A7B6389CBB}"/>
              </a:ext>
            </a:extLst>
          </p:cNvPr>
          <p:cNvSpPr txBox="1">
            <a:spLocks/>
          </p:cNvSpPr>
          <p:nvPr/>
        </p:nvSpPr>
        <p:spPr>
          <a:xfrm>
            <a:off x="6542252" y="328434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D12CE880-1E38-A51D-EBAA-34250E868DA5}"/>
              </a:ext>
            </a:extLst>
          </p:cNvPr>
          <p:cNvSpPr txBox="1">
            <a:spLocks/>
          </p:cNvSpPr>
          <p:nvPr/>
        </p:nvSpPr>
        <p:spPr>
          <a:xfrm>
            <a:off x="6232763" y="901825"/>
            <a:ext cx="6030566" cy="1718511"/>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panose="05000000000000000000" pitchFamily="2" charset="2"/>
              <a:buChar char="Ø"/>
            </a:pPr>
            <a:r>
              <a:rPr lang="en-GB" sz="1200" i="1">
                <a:solidFill>
                  <a:schemeClr val="tx1"/>
                </a:solidFill>
                <a:latin typeface="Segoe UI"/>
                <a:cs typeface="Segoe UI"/>
              </a:rPr>
              <a:t>Created a trans inclusion action plan to better support trans students.</a:t>
            </a:r>
          </a:p>
          <a:p>
            <a:pPr marL="285750" indent="-285750">
              <a:buFont typeface="Wingdings" panose="05000000000000000000" pitchFamily="2" charset="2"/>
              <a:buChar char="Ø"/>
            </a:pPr>
            <a:r>
              <a:rPr lang="en-GB" sz="1200" i="1">
                <a:solidFill>
                  <a:schemeClr val="tx1"/>
                </a:solidFill>
                <a:latin typeface="Segoe UI"/>
                <a:cs typeface="Segoe UI"/>
              </a:rPr>
              <a:t>Started to establish a Trans Inclusion Steering Group led by trans students and staff to strategically guide the trans inclusion action plan.</a:t>
            </a:r>
          </a:p>
          <a:p>
            <a:pPr marL="285750" indent="-285750">
              <a:buFont typeface="Wingdings" panose="05000000000000000000" pitchFamily="2" charset="2"/>
              <a:buChar char="Ø"/>
            </a:pPr>
            <a:r>
              <a:rPr lang="en-GB" sz="1200" i="1">
                <a:solidFill>
                  <a:schemeClr val="tx1"/>
                </a:solidFill>
                <a:latin typeface="Segoe UI"/>
                <a:cs typeface="Segoe UI"/>
              </a:rPr>
              <a:t>Planned an ally session event as part of LGBT+ History Month, led by a trans activist.</a:t>
            </a:r>
          </a:p>
          <a:p>
            <a:pPr marL="285750" indent="-285750">
              <a:buFont typeface="Wingdings" panose="05000000000000000000" pitchFamily="2" charset="2"/>
              <a:buChar char="Ø"/>
            </a:pPr>
            <a:r>
              <a:rPr lang="en-GB" sz="1200" i="1">
                <a:solidFill>
                  <a:schemeClr val="tx1"/>
                </a:solidFill>
                <a:latin typeface="Segoe UI"/>
                <a:cs typeface="Segoe UI"/>
              </a:rPr>
              <a:t>Increased engagement with the OU on how to improve trans inclusion. </a:t>
            </a:r>
          </a:p>
          <a:p>
            <a:pPr marL="285750" indent="-285750">
              <a:buFont typeface="Wingdings" panose="05000000000000000000" pitchFamily="2" charset="2"/>
              <a:buChar char="Ø"/>
            </a:pPr>
            <a:r>
              <a:rPr lang="en-GB" sz="1200" i="1">
                <a:solidFill>
                  <a:schemeClr val="tx1"/>
                </a:solidFill>
                <a:latin typeface="Segoe UI"/>
                <a:cs typeface="Segoe UI"/>
              </a:rPr>
              <a:t>Worked closely with OU Pride and the LGBTQ+ Student Representative to ensure student voices are central.</a:t>
            </a:r>
          </a:p>
          <a:p>
            <a:pPr marL="285750" indent="-285750">
              <a:buFont typeface="Wingdings" panose="05000000000000000000" pitchFamily="2" charset="2"/>
              <a:buChar char="Ø"/>
            </a:pPr>
            <a:r>
              <a:rPr lang="en-GB" sz="1200" i="1">
                <a:solidFill>
                  <a:schemeClr val="tx1"/>
                </a:solidFill>
                <a:latin typeface="Segoe UI"/>
                <a:cs typeface="Segoe UI"/>
              </a:rPr>
              <a:t>Begun to develop an Allyship Hub, including a dedicated space on supporting LGBTQ+ students and signposting for trans-specific resources.</a:t>
            </a:r>
          </a:p>
          <a:p>
            <a:pPr marL="285750" indent="-285750">
              <a:buFont typeface="Wingdings"/>
              <a:buChar char="Ø"/>
            </a:pPr>
            <a:endParaRPr lang="en-GB" sz="1200" i="1">
              <a:latin typeface="Poppins"/>
              <a:cs typeface="Poppins"/>
            </a:endParaRPr>
          </a:p>
          <a:p>
            <a:pPr marL="285750" indent="-285750">
              <a:buFont typeface="Wingdings"/>
              <a:buChar char="Ø"/>
            </a:pPr>
            <a:endParaRPr lang="en-GB" sz="1200">
              <a:latin typeface="Poppins"/>
              <a:cs typeface="Poppins"/>
            </a:endParaRPr>
          </a:p>
          <a:p>
            <a:pPr marL="285750" indent="-285750">
              <a:buFont typeface="Wingdings"/>
              <a:buChar char="Ø"/>
            </a:pPr>
            <a:endParaRPr lang="en-GB" sz="1200">
              <a:latin typeface="Poppins"/>
              <a:cs typeface="Poppins"/>
            </a:endParaRPr>
          </a:p>
          <a:p>
            <a:pPr marL="0" indent="0">
              <a:buNone/>
            </a:pPr>
            <a:endParaRPr lang="en-GB" sz="1200">
              <a:latin typeface="Poppins"/>
              <a:cs typeface="Poppins"/>
            </a:endParaRPr>
          </a:p>
          <a:p>
            <a:pPr marL="285750" indent="-285750">
              <a:buFont typeface="Wingdings"/>
              <a:buChar char="Ø"/>
            </a:pPr>
            <a:endParaRPr lang="en-GB" sz="1200">
              <a:latin typeface="Poppins"/>
              <a:cs typeface="Poppins"/>
            </a:endParaRPr>
          </a:p>
        </p:txBody>
      </p:sp>
      <p:sp>
        <p:nvSpPr>
          <p:cNvPr id="15" name="Text Placeholder 5">
            <a:extLst>
              <a:ext uri="{FF2B5EF4-FFF2-40B4-BE49-F238E27FC236}">
                <a16:creationId xmlns:a16="http://schemas.microsoft.com/office/drawing/2014/main" id="{518D4F26-4B9E-2F2E-EFF7-DF94EF8099DB}"/>
              </a:ext>
            </a:extLst>
          </p:cNvPr>
          <p:cNvSpPr txBox="1">
            <a:spLocks/>
          </p:cNvSpPr>
          <p:nvPr/>
        </p:nvSpPr>
        <p:spPr>
          <a:xfrm>
            <a:off x="43629" y="1843720"/>
            <a:ext cx="6052371" cy="1212212"/>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panose="05000000000000000000" pitchFamily="2" charset="2"/>
              <a:buChar char="Ø"/>
            </a:pPr>
            <a:r>
              <a:rPr lang="en-GB" sz="1200" i="1">
                <a:solidFill>
                  <a:schemeClr val="tx1"/>
                </a:solidFill>
                <a:latin typeface="Segoe UI"/>
                <a:cs typeface="Segoe UI"/>
              </a:rPr>
              <a:t>Student reps cannot include pronouns in email signatures, leading to misgendering and ignorance from OU staff and students</a:t>
            </a:r>
            <a:endParaRPr lang="en-US" sz="1200" i="1">
              <a:solidFill>
                <a:schemeClr val="tx1"/>
              </a:solidFill>
              <a:latin typeface="Segoe UI"/>
              <a:cs typeface="Segoe UI"/>
            </a:endParaRPr>
          </a:p>
          <a:p>
            <a:pPr marL="285750" indent="-285750">
              <a:buFont typeface="Wingdings" panose="05000000000000000000" pitchFamily="2" charset="2"/>
              <a:buChar char="Ø"/>
            </a:pPr>
            <a:r>
              <a:rPr lang="en-GB" sz="1200" i="1">
                <a:solidFill>
                  <a:schemeClr val="tx1"/>
                </a:solidFill>
                <a:latin typeface="Segoe UI"/>
                <a:cs typeface="Segoe UI"/>
              </a:rPr>
              <a:t>There is a lack of institutional guidance and support for trans students across the OU.</a:t>
            </a:r>
          </a:p>
          <a:p>
            <a:pPr marL="285750" indent="-285750">
              <a:buFont typeface="Wingdings" panose="05000000000000000000" pitchFamily="2" charset="2"/>
              <a:buChar char="Ø"/>
            </a:pPr>
            <a:r>
              <a:rPr lang="en-GB" sz="1200" i="1">
                <a:solidFill>
                  <a:schemeClr val="tx1"/>
                </a:solidFill>
                <a:latin typeface="Segoe UI"/>
                <a:cs typeface="Segoe UI"/>
              </a:rPr>
              <a:t>The OU does not currently feel inclusive or supportive for trans students.</a:t>
            </a:r>
          </a:p>
          <a:p>
            <a:pPr marL="285750" indent="-285750">
              <a:buFont typeface="Wingdings" panose="05000000000000000000" pitchFamily="2" charset="2"/>
              <a:buChar char="Ø"/>
            </a:pPr>
            <a:r>
              <a:rPr lang="en-GB" sz="1200" i="1">
                <a:solidFill>
                  <a:schemeClr val="tx1"/>
                </a:solidFill>
                <a:latin typeface="Segoe UI"/>
                <a:cs typeface="Segoe UI"/>
              </a:rPr>
              <a:t>Trans students are not always supported or believed when sharing their experiences.</a:t>
            </a:r>
          </a:p>
          <a:p>
            <a:pPr marL="285750" indent="-285750">
              <a:buFont typeface="Wingdings" panose="05000000000000000000" pitchFamily="2" charset="2"/>
              <a:buChar char="Ø"/>
            </a:pPr>
            <a:r>
              <a:rPr lang="en-GB" sz="1200" i="1">
                <a:solidFill>
                  <a:schemeClr val="tx1"/>
                </a:solidFill>
                <a:latin typeface="Segoe UI"/>
                <a:cs typeface="Segoe UI"/>
              </a:rPr>
              <a:t>Accessible routes to raise concerns with the OU are limited.</a:t>
            </a:r>
          </a:p>
          <a:p>
            <a:pPr marL="285750" indent="-285750">
              <a:buFont typeface="Wingdings" panose="05000000000000000000" pitchFamily="2" charset="2"/>
              <a:buChar char="Ø"/>
            </a:pPr>
            <a:r>
              <a:rPr lang="en-GB" sz="1200" i="1">
                <a:solidFill>
                  <a:schemeClr val="tx1"/>
                </a:solidFill>
                <a:latin typeface="Segoe UI"/>
                <a:cs typeface="Segoe UI"/>
              </a:rPr>
              <a:t>Better collection and use of data on trans staff is needed.</a:t>
            </a:r>
          </a:p>
          <a:p>
            <a:pPr marL="285750" indent="-285750">
              <a:buFont typeface="Wingdings" panose="05000000000000000000" pitchFamily="2" charset="2"/>
              <a:buChar char="Ø"/>
            </a:pPr>
            <a:r>
              <a:rPr lang="en-GB" sz="1200" i="1">
                <a:solidFill>
                  <a:schemeClr val="tx1"/>
                </a:solidFill>
                <a:latin typeface="Segoe UI"/>
                <a:cs typeface="Segoe UI"/>
              </a:rPr>
              <a:t>Stronger collaboration between student groups is needed to improve inclusion.</a:t>
            </a:r>
          </a:p>
          <a:p>
            <a:pPr marL="285750" indent="-285750">
              <a:buFont typeface="Wingdings" panose="05000000000000000000" pitchFamily="2" charset="2"/>
              <a:buChar char="Ø"/>
            </a:pPr>
            <a:r>
              <a:rPr lang="en-GB" sz="1200" i="1">
                <a:solidFill>
                  <a:schemeClr val="tx1"/>
                </a:solidFill>
                <a:latin typeface="Segoe UI"/>
                <a:cs typeface="Segoe UI"/>
              </a:rPr>
              <a:t>Trans students want more empowering sessions on rights and self-advocacy.</a:t>
            </a:r>
          </a:p>
          <a:p>
            <a:pPr marL="285750" indent="-285750">
              <a:buFont typeface="Wingdings" panose="05000000000000000000" pitchFamily="2" charset="2"/>
              <a:buChar char="Ø"/>
            </a:pPr>
            <a:r>
              <a:rPr lang="en-GB" sz="1200" i="1">
                <a:solidFill>
                  <a:schemeClr val="tx1"/>
                </a:solidFill>
                <a:latin typeface="Segoe UI"/>
                <a:cs typeface="Segoe UI"/>
              </a:rPr>
              <a:t>Clear, accessible information and signposting for trans students is lacking.</a:t>
            </a:r>
          </a:p>
          <a:p>
            <a:pPr marL="285750" indent="-285750">
              <a:buFont typeface="Wingdings" panose="05000000000000000000" pitchFamily="2" charset="2"/>
              <a:buChar char="Ø"/>
            </a:pPr>
            <a:r>
              <a:rPr lang="en-GB" sz="1200" i="1">
                <a:solidFill>
                  <a:schemeClr val="tx1"/>
                </a:solidFill>
                <a:latin typeface="Segoe UI"/>
                <a:cs typeface="Segoe UI"/>
              </a:rPr>
              <a:t>The Code of Conduct should explicitly protect and respect trans community members.</a:t>
            </a:r>
          </a:p>
          <a:p>
            <a:pPr marL="285750" indent="-285750">
              <a:buFont typeface="Wingdings" panose="05000000000000000000" pitchFamily="2" charset="2"/>
              <a:buChar char="Ø"/>
            </a:pPr>
            <a:r>
              <a:rPr lang="en-GB" sz="1200" i="1">
                <a:solidFill>
                  <a:schemeClr val="tx1"/>
                </a:solidFill>
                <a:latin typeface="Segoe UI"/>
                <a:cs typeface="Segoe UI"/>
              </a:rPr>
              <a:t>More staff and student training on trans inclusion and allyship is needed.</a:t>
            </a:r>
          </a:p>
          <a:p>
            <a:pPr marL="0" indent="0">
              <a:buNone/>
            </a:pPr>
            <a:endParaRPr lang="en-GB" sz="1200">
              <a:latin typeface="Poppins"/>
            </a:endParaRPr>
          </a:p>
        </p:txBody>
      </p:sp>
      <p:sp>
        <p:nvSpPr>
          <p:cNvPr id="5" name="Text Placeholder 5">
            <a:extLst>
              <a:ext uri="{FF2B5EF4-FFF2-40B4-BE49-F238E27FC236}">
                <a16:creationId xmlns:a16="http://schemas.microsoft.com/office/drawing/2014/main" id="{5E7CF122-4B5A-EF7D-FF26-419C49D64BD3}"/>
              </a:ext>
            </a:extLst>
          </p:cNvPr>
          <p:cNvSpPr txBox="1">
            <a:spLocks/>
          </p:cNvSpPr>
          <p:nvPr/>
        </p:nvSpPr>
        <p:spPr>
          <a:xfrm>
            <a:off x="6232762" y="3755762"/>
            <a:ext cx="5562997"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panose="05000000000000000000" pitchFamily="2" charset="2"/>
              <a:buChar char="Ø"/>
            </a:pPr>
            <a:r>
              <a:rPr lang="en-GB" sz="1200" i="1">
                <a:solidFill>
                  <a:schemeClr val="tx1"/>
                </a:solidFill>
                <a:latin typeface="Segoe UI"/>
                <a:cs typeface="Segoe UI"/>
              </a:rPr>
              <a:t>Deliver more structured and consistent training for staff on supporting trans students.</a:t>
            </a:r>
            <a:endParaRPr lang="en-US" sz="1200" i="1">
              <a:solidFill>
                <a:schemeClr val="tx1"/>
              </a:solidFill>
              <a:latin typeface="Segoe UI"/>
              <a:cs typeface="Segoe UI"/>
            </a:endParaRPr>
          </a:p>
          <a:p>
            <a:pPr marL="285750" indent="-285750">
              <a:buFont typeface="Wingdings" panose="05000000000000000000" pitchFamily="2" charset="2"/>
              <a:buChar char="Ø"/>
            </a:pPr>
            <a:r>
              <a:rPr lang="en-GB" sz="1200" i="1">
                <a:solidFill>
                  <a:schemeClr val="tx1"/>
                </a:solidFill>
                <a:latin typeface="Segoe UI"/>
                <a:cs typeface="Segoe UI"/>
              </a:rPr>
              <a:t>Continue to challenge the OU to make its systems more inclusive, including improving avenues for trans students to raise concerns.</a:t>
            </a:r>
          </a:p>
          <a:p>
            <a:pPr marL="285750" indent="-285750">
              <a:buFont typeface="Wingdings" panose="05000000000000000000" pitchFamily="2" charset="2"/>
              <a:buChar char="Ø"/>
            </a:pPr>
            <a:r>
              <a:rPr lang="en-GB" sz="1200" i="1">
                <a:solidFill>
                  <a:schemeClr val="tx1"/>
                </a:solidFill>
                <a:latin typeface="Segoe UI"/>
                <a:cs typeface="Segoe UI"/>
              </a:rPr>
              <a:t>Review and push for updates to the Code of Conduct to clearly outline expectations around respect and inclusion.</a:t>
            </a:r>
          </a:p>
          <a:p>
            <a:pPr marL="285750" indent="-285750">
              <a:buFont typeface="Wingdings" panose="05000000000000000000" pitchFamily="2" charset="2"/>
              <a:buChar char="Ø"/>
            </a:pPr>
            <a:r>
              <a:rPr lang="en-GB" sz="1200" i="1">
                <a:solidFill>
                  <a:schemeClr val="tx1"/>
                </a:solidFill>
                <a:latin typeface="Segoe UI"/>
                <a:cs typeface="Segoe UI"/>
              </a:rPr>
              <a:t>Expand the Allyship Hub with practical resources on standing up for trans students, challenging bystander behaviour, and unlearning internalised transphobia.</a:t>
            </a:r>
          </a:p>
          <a:p>
            <a:pPr marL="285750" indent="-285750">
              <a:buFont typeface="Wingdings" panose="05000000000000000000" pitchFamily="2" charset="2"/>
              <a:buChar char="Ø"/>
            </a:pPr>
            <a:r>
              <a:rPr lang="en-GB" sz="1200" i="1">
                <a:solidFill>
                  <a:schemeClr val="tx1"/>
                </a:solidFill>
                <a:latin typeface="Segoe UI"/>
                <a:cs typeface="Segoe UI"/>
              </a:rPr>
              <a:t>Support the development of empowerment sessions for trans students focused on rights, confidence, and self-advocacy.</a:t>
            </a:r>
          </a:p>
          <a:p>
            <a:pPr marL="285750" indent="-285750">
              <a:buFont typeface="Wingdings" panose="05000000000000000000" pitchFamily="2" charset="2"/>
              <a:buChar char="Ø"/>
            </a:pPr>
            <a:r>
              <a:rPr lang="en-GB" sz="1200" i="1">
                <a:solidFill>
                  <a:schemeClr val="tx1"/>
                </a:solidFill>
                <a:latin typeface="Segoe UI"/>
                <a:cs typeface="Segoe UI"/>
              </a:rPr>
              <a:t>Encourage stronger collaboration between student groups to build inclusive, cross-community support networks.</a:t>
            </a:r>
            <a:endParaRPr lang="en-US" sz="1200" i="1">
              <a:solidFill>
                <a:schemeClr val="tx1"/>
              </a:solidFill>
              <a:latin typeface="Segoe UI"/>
              <a:cs typeface="Segoe UI"/>
            </a:endParaRPr>
          </a:p>
          <a:p>
            <a:pPr marL="285750" indent="-285750">
              <a:buFont typeface="Wingdings" panose="05000000000000000000" pitchFamily="2" charset="2"/>
              <a:buChar char="Ø"/>
            </a:pPr>
            <a:endParaRPr lang="en-GB" sz="1200" i="1">
              <a:solidFill>
                <a:schemeClr val="tx1"/>
              </a:solidFill>
              <a:latin typeface="Segoe UI"/>
              <a:cs typeface="Segoe UI"/>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pic>
        <p:nvPicPr>
          <p:cNvPr id="3" name="Picture 2">
            <a:extLst>
              <a:ext uri="{FF2B5EF4-FFF2-40B4-BE49-F238E27FC236}">
                <a16:creationId xmlns:a16="http://schemas.microsoft.com/office/drawing/2014/main" id="{C3633DC1-4BE8-7DC9-3604-0C6A071D5C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43003" y="5276267"/>
            <a:ext cx="2418891" cy="1814168"/>
          </a:xfrm>
          <a:prstGeom prst="rect">
            <a:avLst/>
          </a:prstGeom>
        </p:spPr>
      </p:pic>
    </p:spTree>
    <p:extLst>
      <p:ext uri="{BB962C8B-B14F-4D97-AF65-F5344CB8AC3E}">
        <p14:creationId xmlns:p14="http://schemas.microsoft.com/office/powerpoint/2010/main" val="1142436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90DEA-3682-360A-02C3-007375A6E6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CA109C-2D2A-A0E2-0EA0-C72234FD0C60}"/>
              </a:ext>
            </a:extLst>
          </p:cNvPr>
          <p:cNvSpPr>
            <a:spLocks noGrp="1"/>
          </p:cNvSpPr>
          <p:nvPr>
            <p:ph type="body" sz="quarter" idx="12"/>
          </p:nvPr>
        </p:nvSpPr>
        <p:spPr>
          <a:xfrm>
            <a:off x="412288" y="1838306"/>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200CB996-C200-506E-48CB-B3303EEDC0F6}"/>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Learning and assessment at the OU</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0638F871-41C6-C98F-B44B-CB9AA1431C5A}"/>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20684B18-4205-9CE9-ACD6-E18A59714109}"/>
              </a:ext>
            </a:extLst>
          </p:cNvPr>
          <p:cNvSpPr txBox="1">
            <a:spLocks/>
          </p:cNvSpPr>
          <p:nvPr/>
        </p:nvSpPr>
        <p:spPr>
          <a:xfrm>
            <a:off x="6542252" y="328434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6F25022C-A40F-5D77-9F2F-B90C807E7C09}"/>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Offered reassurance that the tutor student relationship is of paramount importance and that AI use would not be "replacing" tutors.</a:t>
            </a:r>
            <a:endParaRPr lang="en-GB" sz="1400" i="1"/>
          </a:p>
          <a:p>
            <a:pPr marL="285750" indent="-285750">
              <a:buFont typeface="Wingdings"/>
              <a:buChar char="Ø"/>
            </a:pPr>
            <a:r>
              <a:rPr lang="en-GB" sz="1400" i="1">
                <a:latin typeface="Poppins"/>
                <a:cs typeface="Poppins"/>
              </a:rPr>
              <a:t>Continued to develop and pilot work on AI use in the VLE and also work on pilots like "Understand me“.</a:t>
            </a:r>
          </a:p>
          <a:p>
            <a:pPr marL="285750" indent="-285750">
              <a:buFont typeface="Wingdings"/>
              <a:buChar char="Ø"/>
            </a:pPr>
            <a:endParaRPr lang="en-GB" sz="1400">
              <a:latin typeface="Poppins"/>
              <a:cs typeface="Poppins"/>
            </a:endParaRPr>
          </a:p>
          <a:p>
            <a:pPr marL="0" indent="0">
              <a:buNone/>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C1F53DD4-AB8F-9B6B-4033-391268109442}"/>
              </a:ext>
            </a:extLst>
          </p:cNvPr>
          <p:cNvSpPr txBox="1">
            <a:spLocks/>
          </p:cNvSpPr>
          <p:nvPr/>
        </p:nvSpPr>
        <p:spPr>
          <a:xfrm>
            <a:off x="411738" y="2291932"/>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You were keen to hear updates on institutional priorities.</a:t>
            </a:r>
            <a:endParaRPr lang="en-GB" sz="1400" i="1">
              <a:latin typeface="Poppins  "/>
            </a:endParaRPr>
          </a:p>
          <a:p>
            <a:pPr marL="285750" indent="-285750">
              <a:buFont typeface="Wingdings"/>
              <a:buChar char="Ø"/>
            </a:pPr>
            <a:r>
              <a:rPr lang="en-GB" sz="1400" i="1">
                <a:latin typeface="Poppins  "/>
                <a:cs typeface="Poppins"/>
              </a:rPr>
              <a:t>You shared concerns about module use of Artificial Intelligence (AI) and what impact it would have on the tutor student relationship. </a:t>
            </a:r>
            <a:endParaRPr lang="en-GB" sz="1400" i="1">
              <a:latin typeface="Poppins  "/>
            </a:endParaRPr>
          </a:p>
          <a:p>
            <a:pPr marL="285750" indent="-285750">
              <a:buFont typeface="Wingdings"/>
              <a:buChar char="Ø"/>
            </a:pPr>
            <a:r>
              <a:rPr lang="en-GB" sz="1400" i="1">
                <a:latin typeface="Poppins  "/>
                <a:cs typeface="Poppins"/>
              </a:rPr>
              <a:t>You liked the benefits of "Understand me" and how you would only need to tell the university once about your needs, rather than each tutor.</a:t>
            </a: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EFF6FE6E-7144-025B-FD46-769BBB6790FE}"/>
              </a:ext>
            </a:extLst>
          </p:cNvPr>
          <p:cNvSpPr txBox="1">
            <a:spLocks/>
          </p:cNvSpPr>
          <p:nvPr/>
        </p:nvSpPr>
        <p:spPr>
          <a:xfrm>
            <a:off x="6542252" y="3815372"/>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Continue to provide updates and answer questions on institutional priorities, and continue to benefit from having student voice input into the work.</a:t>
            </a: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2263789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7F55A-D8C0-BEC4-663B-3FD1825200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2450A7C-717D-CA85-9757-DADCAB436234}"/>
              </a:ext>
            </a:extLst>
          </p:cNvPr>
          <p:cNvSpPr>
            <a:spLocks noGrp="1"/>
          </p:cNvSpPr>
          <p:nvPr>
            <p:ph type="body" sz="quarter" idx="12"/>
          </p:nvPr>
        </p:nvSpPr>
        <p:spPr>
          <a:xfrm>
            <a:off x="423833" y="1572761"/>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F7FFFFA0-23E2-DF06-9A0E-6C150C6FA0C1}"/>
              </a:ext>
            </a:extLst>
          </p:cNvPr>
          <p:cNvSpPr>
            <a:spLocks noGrp="1"/>
          </p:cNvSpPr>
          <p:nvPr>
            <p:ph type="title" idx="4294967295"/>
          </p:nvPr>
        </p:nvSpPr>
        <p:spPr>
          <a:xfrm>
            <a:off x="425450" y="439738"/>
            <a:ext cx="4913313"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a:ln>
                  <a:noFill/>
                </a:ln>
                <a:solidFill>
                  <a:srgbClr val="060645"/>
                </a:solidFill>
                <a:effectLst/>
                <a:uLnTx/>
                <a:uFillTx/>
                <a:latin typeface="Poppins SemiBold"/>
                <a:ea typeface="+mn-ea"/>
                <a:cs typeface="Poppins SemiBold"/>
              </a:rPr>
              <a:t>The international student experience</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DA01CCFE-9CB0-88E2-9BC2-6F8CC1B022FD}"/>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37155EE2-1B6C-AFBA-609A-12D4144B3C4C}"/>
              </a:ext>
            </a:extLst>
          </p:cNvPr>
          <p:cNvSpPr txBox="1">
            <a:spLocks/>
          </p:cNvSpPr>
          <p:nvPr/>
        </p:nvSpPr>
        <p:spPr>
          <a:xfrm>
            <a:off x="6763456" y="425008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86C65147-77A2-91D0-0EEE-97794F0BCB53}"/>
              </a:ext>
            </a:extLst>
          </p:cNvPr>
          <p:cNvSpPr txBox="1">
            <a:spLocks/>
          </p:cNvSpPr>
          <p:nvPr/>
        </p:nvSpPr>
        <p:spPr>
          <a:xfrm>
            <a:off x="6542252" y="1058725"/>
            <a:ext cx="5362350" cy="222561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buNone/>
            </a:pPr>
            <a:r>
              <a:rPr lang="en-GB"/>
              <a:t>Shared resources and information with you about:</a:t>
            </a:r>
          </a:p>
          <a:p>
            <a:pPr lvl="0"/>
            <a:r>
              <a:rPr lang="en-GB"/>
              <a:t>Developing academic English and writing for university.</a:t>
            </a:r>
          </a:p>
          <a:p>
            <a:pPr lvl="0"/>
            <a:r>
              <a:rPr lang="en-GB"/>
              <a:t>Study skills.</a:t>
            </a:r>
          </a:p>
          <a:p>
            <a:pPr lvl="0"/>
            <a:r>
              <a:rPr lang="en-GB"/>
              <a:t>Job opportunities and careers advice for international students.</a:t>
            </a:r>
          </a:p>
          <a:p>
            <a:pPr marL="0" lvl="0" indent="0">
              <a:buNone/>
            </a:pPr>
            <a:r>
              <a:rPr lang="en-GB"/>
              <a:t>We promoted:</a:t>
            </a:r>
          </a:p>
          <a:p>
            <a:pPr lvl="0"/>
            <a:r>
              <a:rPr lang="en-GB"/>
              <a:t>International Students Club.</a:t>
            </a:r>
          </a:p>
          <a:p>
            <a:pPr lvl="0"/>
            <a:r>
              <a:rPr lang="en-GB"/>
              <a:t>OU Students Connect.</a:t>
            </a:r>
          </a:p>
          <a:p>
            <a:pPr lvl="0"/>
            <a:r>
              <a:rPr lang="en-GB"/>
              <a:t>International Students Online Meet-Ups.</a:t>
            </a: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201AAA28-15FF-D498-8634-7A2A8326B016}"/>
              </a:ext>
            </a:extLst>
          </p:cNvPr>
          <p:cNvSpPr txBox="1">
            <a:spLocks/>
          </p:cNvSpPr>
          <p:nvPr/>
        </p:nvSpPr>
        <p:spPr>
          <a:xfrm>
            <a:off x="423283" y="2061023"/>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lvl="0"/>
            <a:r>
              <a:rPr lang="en-GB"/>
              <a:t>You like the flexibility of OU studies.</a:t>
            </a:r>
          </a:p>
          <a:p>
            <a:pPr lvl="0"/>
            <a:r>
              <a:rPr lang="en-GB"/>
              <a:t>It can be difficult to attend tutorials due to the time difference with the UK.</a:t>
            </a:r>
          </a:p>
          <a:p>
            <a:pPr lvl="0"/>
            <a:r>
              <a:rPr lang="en-GB"/>
              <a:t>It can be difficult to keep to the word count in assessments.</a:t>
            </a:r>
          </a:p>
          <a:p>
            <a:pPr lvl="0"/>
            <a:r>
              <a:rPr lang="en-GB"/>
              <a:t>You like interacting with other international students, whether at online events or on different platforms.</a:t>
            </a:r>
          </a:p>
          <a:p>
            <a:pPr lvl="0"/>
            <a:r>
              <a:rPr lang="en-GB"/>
              <a:t>There is a lack of career, (remote) internship and PhD opportunities for international students.</a:t>
            </a:r>
          </a:p>
          <a:p>
            <a:pPr lvl="0"/>
            <a:r>
              <a:rPr lang="en-GB"/>
              <a:t>Study materials can be too UK-centred.</a:t>
            </a: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F6E70D38-2E82-CC02-DFBA-3521D0095D42}"/>
              </a:ext>
            </a:extLst>
          </p:cNvPr>
          <p:cNvSpPr txBox="1">
            <a:spLocks/>
          </p:cNvSpPr>
          <p:nvPr/>
        </p:nvSpPr>
        <p:spPr>
          <a:xfrm>
            <a:off x="6596867" y="4580142"/>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lvl="0"/>
            <a:r>
              <a:rPr lang="en-GB"/>
              <a:t>Continue to promote opportunities for international students.</a:t>
            </a:r>
          </a:p>
          <a:p>
            <a:pPr lvl="0"/>
            <a:r>
              <a:rPr lang="en-GB"/>
              <a:t>Liaise with the OU about remote internship opportunities.</a:t>
            </a:r>
          </a:p>
          <a:p>
            <a:pPr lvl="0"/>
            <a:r>
              <a:rPr lang="en-GB"/>
              <a:t>Open SU prepared the report “Best practice in academic experience”, which will be presented to the OU and shared with the student body.</a:t>
            </a: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pic>
        <p:nvPicPr>
          <p:cNvPr id="7" name="Picture 6">
            <a:extLst>
              <a:ext uri="{FF2B5EF4-FFF2-40B4-BE49-F238E27FC236}">
                <a16:creationId xmlns:a16="http://schemas.microsoft.com/office/drawing/2014/main" id="{CCB9DC36-46C7-BFEE-5875-29291FBCD44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76254" y="5193140"/>
            <a:ext cx="2418891" cy="1814168"/>
          </a:xfrm>
          <a:prstGeom prst="rect">
            <a:avLst/>
          </a:prstGeom>
        </p:spPr>
      </p:pic>
    </p:spTree>
    <p:extLst>
      <p:ext uri="{BB962C8B-B14F-4D97-AF65-F5344CB8AC3E}">
        <p14:creationId xmlns:p14="http://schemas.microsoft.com/office/powerpoint/2010/main" val="2619404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A9-438A-2ECA-7678-008846013F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51A7751-3C9E-44A5-B4E0-A61E1AAF6922}"/>
              </a:ext>
            </a:extLst>
          </p:cNvPr>
          <p:cNvSpPr>
            <a:spLocks noGrp="1"/>
          </p:cNvSpPr>
          <p:nvPr>
            <p:ph type="body" sz="quarter" idx="12"/>
          </p:nvPr>
        </p:nvSpPr>
        <p:spPr>
          <a:xfrm>
            <a:off x="413838" y="1831598"/>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A8A95D4A-4C46-9AFB-74A6-C4DA28716B54}"/>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60645"/>
                </a:solidFill>
                <a:effectLst/>
                <a:uLnTx/>
                <a:uFillTx/>
                <a:latin typeface="Poppins SemiBold"/>
                <a:ea typeface="+mn-ea"/>
                <a:cs typeface="Poppins SemiBold"/>
              </a:rPr>
              <a:t>Have your say: The future of Higher Education funding in Northern Ireland</a:t>
            </a:r>
            <a:endParaRPr kumimoji="0" lang="en-US" sz="24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35277CCD-6A92-1D31-CFAC-525BC9E3FE39}"/>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7C870908-2410-B058-CF31-6A4C5147F6A5}"/>
              </a:ext>
            </a:extLst>
          </p:cNvPr>
          <p:cNvSpPr txBox="1">
            <a:spLocks/>
          </p:cNvSpPr>
          <p:nvPr/>
        </p:nvSpPr>
        <p:spPr>
          <a:xfrm>
            <a:off x="6542252" y="328434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C120B245-13C5-FC0E-0EF0-DC4BDC6C5387}"/>
              </a:ext>
            </a:extLst>
          </p:cNvPr>
          <p:cNvSpPr txBox="1">
            <a:spLocks/>
          </p:cNvSpPr>
          <p:nvPr/>
        </p:nvSpPr>
        <p:spPr>
          <a:xfrm>
            <a:off x="6542252" y="1058725"/>
            <a:ext cx="4896684"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Responded to information requests from the Department for the Economy on Strand 1 of the Higher Education Funding Review which focuses on the financial sustainability of higher education institutions in NI.</a:t>
            </a:r>
            <a:endParaRPr lang="en-GB" sz="1400" i="1"/>
          </a:p>
          <a:p>
            <a:pPr marL="285750" indent="-285750">
              <a:buFont typeface="Wingdings"/>
              <a:buChar char="Ø"/>
            </a:pPr>
            <a:r>
              <a:rPr lang="en-GB" sz="1400" i="1">
                <a:latin typeface="Poppins"/>
                <a:cs typeface="Poppins"/>
              </a:rPr>
              <a:t>Missed the consultation event? Share your views via this survey: </a:t>
            </a:r>
            <a:r>
              <a:rPr lang="en-GB" sz="1400">
                <a:latin typeface="Poppins"/>
                <a:cs typeface="Poppins"/>
                <a:hlinkClick r:id="rId3"/>
              </a:rPr>
              <a:t>Have your say: The future of Higher Education funding in Northern Ireland</a:t>
            </a:r>
            <a:r>
              <a:rPr lang="en-GB" sz="1400">
                <a:latin typeface="Poppins"/>
                <a:cs typeface="Poppins"/>
              </a:rPr>
              <a:t>.</a:t>
            </a:r>
            <a:endParaRPr lang="en-GB" sz="1400" i="1">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1EA19969-D17C-54C2-11EC-6C3ECFDDBD48}"/>
              </a:ext>
            </a:extLst>
          </p:cNvPr>
          <p:cNvSpPr txBox="1">
            <a:spLocks/>
          </p:cNvSpPr>
          <p:nvPr/>
        </p:nvSpPr>
        <p:spPr>
          <a:xfrm>
            <a:off x="411738" y="2655872"/>
            <a:ext cx="4915319" cy="2324503"/>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Part-time students should have access to the same maintenance support as full-time students.</a:t>
            </a:r>
            <a:endParaRPr lang="en-GB" sz="1400" i="1" err="1">
              <a:latin typeface="Poppins  "/>
            </a:endParaRPr>
          </a:p>
          <a:p>
            <a:pPr marL="285750" indent="-285750">
              <a:buFont typeface="Wingdings"/>
              <a:buChar char="Ø"/>
            </a:pPr>
            <a:r>
              <a:rPr lang="en-GB" sz="1400" i="1">
                <a:latin typeface="Poppins  "/>
                <a:cs typeface="Poppins"/>
              </a:rPr>
              <a:t>Part-time students face unique challenges, </a:t>
            </a:r>
            <a:r>
              <a:rPr lang="en-GB" sz="1400" i="1">
                <a:latin typeface="Poppins"/>
                <a:cs typeface="Poppins"/>
              </a:rPr>
              <a:t>often</a:t>
            </a:r>
            <a:r>
              <a:rPr lang="en-GB" sz="1400" i="1">
                <a:latin typeface="Poppins  "/>
                <a:cs typeface="Poppins"/>
              </a:rPr>
              <a:t> balancing study with a range of external factors e.g. caring responsibilities.</a:t>
            </a:r>
            <a:endParaRPr lang="en-GB" sz="1400" i="1">
              <a:latin typeface="Poppins  "/>
            </a:endParaRPr>
          </a:p>
          <a:p>
            <a:pPr marL="285750" indent="-285750">
              <a:buFont typeface="Wingdings"/>
              <a:buChar char="Ø"/>
            </a:pPr>
            <a:r>
              <a:rPr lang="en-GB" sz="1400" i="1">
                <a:latin typeface="Poppins  "/>
                <a:cs typeface="Poppins"/>
              </a:rPr>
              <a:t>Improving the processes for funding applications so they are clearer and more accessible is essential. </a:t>
            </a:r>
            <a:endParaRPr lang="en-GB" sz="1400" i="1">
              <a:latin typeface="Poppins  "/>
            </a:endParaRPr>
          </a:p>
          <a:p>
            <a:pPr marL="285750" indent="-285750">
              <a:buFont typeface="Wingdings"/>
              <a:buChar char="Ø"/>
            </a:pPr>
            <a:endParaRPr lang="en-GB" sz="1400" i="1">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94031EBB-BA5F-6485-EC86-9C7F5D8CA92E}"/>
              </a:ext>
            </a:extLst>
          </p:cNvPr>
          <p:cNvSpPr txBox="1">
            <a:spLocks/>
          </p:cNvSpPr>
          <p:nvPr/>
        </p:nvSpPr>
        <p:spPr>
          <a:xfrm>
            <a:off x="6542252" y="3815372"/>
            <a:ext cx="457918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Continue to advocate for a fairer funding model for part-time students in Northern Ireland.</a:t>
            </a:r>
          </a:p>
          <a:p>
            <a:pPr marL="285750" indent="-285750">
              <a:buFont typeface="Wingdings"/>
              <a:buChar char="Ø"/>
            </a:pPr>
            <a:r>
              <a:rPr lang="en-GB" sz="1400" i="1">
                <a:solidFill>
                  <a:schemeClr val="tx1"/>
                </a:solidFill>
                <a:latin typeface="Poppins"/>
                <a:cs typeface="Poppins"/>
              </a:rPr>
              <a:t>Engage with Strand 3 of the Review which will focus on student support finance, recommending parity for part-time students across maintenance loans and grants. </a:t>
            </a:r>
          </a:p>
          <a:p>
            <a:pPr marL="285750" indent="-285750">
              <a:buFont typeface="Wingdings"/>
              <a:buChar char="Ø"/>
            </a:pPr>
            <a:endParaRPr lang="en-GB" sz="1400" i="1">
              <a:latin typeface="Poppins"/>
              <a:cs typeface="Poppins"/>
            </a:endParaRP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264208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16878-79F7-13BE-4F17-79DFB28986B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D4EF736-4436-EB31-F5F5-18B62992690A}"/>
              </a:ext>
            </a:extLst>
          </p:cNvPr>
          <p:cNvSpPr>
            <a:spLocks noGrp="1"/>
          </p:cNvSpPr>
          <p:nvPr>
            <p:ph type="body" sz="quarter" idx="12"/>
          </p:nvPr>
        </p:nvSpPr>
        <p:spPr>
          <a:xfrm>
            <a:off x="411738" y="1452222"/>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A41F7490-FCF2-E94F-F9FA-96DF188B3C40}"/>
              </a:ext>
            </a:extLst>
          </p:cNvPr>
          <p:cNvSpPr>
            <a:spLocks noGrp="1"/>
          </p:cNvSpPr>
          <p:nvPr>
            <p:ph type="title" idx="4294967295"/>
          </p:nvPr>
        </p:nvSpPr>
        <p:spPr>
          <a:xfrm>
            <a:off x="414338" y="404813"/>
            <a:ext cx="4913312" cy="82391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OU in Scotland: Your voice, your community</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22248B96-C46B-F8EF-F344-7E6786F883E5}"/>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2BBDFF04-D348-BD6D-AFFC-8F98574A5559}"/>
              </a:ext>
            </a:extLst>
          </p:cNvPr>
          <p:cNvSpPr txBox="1">
            <a:spLocks/>
          </p:cNvSpPr>
          <p:nvPr/>
        </p:nvSpPr>
        <p:spPr>
          <a:xfrm>
            <a:off x="6542252" y="2001828"/>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54D56BC6-23C4-A96A-3DC1-08AD4E92474A}"/>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Used your feedback to shape the Scotland session at the upcoming Student Consultation Meeting in March. </a:t>
            </a: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2759ACDF-FD6F-706D-57A3-1C4805A9C319}"/>
              </a:ext>
            </a:extLst>
          </p:cNvPr>
          <p:cNvSpPr txBox="1">
            <a:spLocks/>
          </p:cNvSpPr>
          <p:nvPr/>
        </p:nvSpPr>
        <p:spPr>
          <a:xfrm>
            <a:off x="287398" y="1964671"/>
            <a:ext cx="5625722" cy="3767601"/>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You chose the OU for its flexibility, accessibility, access courses, home-based learning, important for carers, workers and especially students with disability. </a:t>
            </a:r>
          </a:p>
          <a:p>
            <a:pPr marL="285750" indent="-285750">
              <a:buFont typeface="Wingdings"/>
              <a:buChar char="Ø"/>
            </a:pPr>
            <a:r>
              <a:rPr lang="en-GB" sz="1400" i="1">
                <a:latin typeface="Poppins  "/>
                <a:cs typeface="Poppins"/>
              </a:rPr>
              <a:t>You have a strong desire for community, but sometimes it feels disconnected, isolating and you are unsure where community should ‘live’ (mixed responses for OU-led, student-led, Scotland focused or faculty-focused). </a:t>
            </a:r>
          </a:p>
          <a:p>
            <a:pPr marL="285750" indent="-285750">
              <a:buFont typeface="Wingdings"/>
              <a:buChar char="Ø"/>
            </a:pPr>
            <a:r>
              <a:rPr lang="en-GB" sz="1400" i="1">
                <a:latin typeface="Poppins  "/>
                <a:cs typeface="Poppins"/>
              </a:rPr>
              <a:t>There are some challenges/barriers around community, especially those outside of large cities, difficulties with forming relationship via forums </a:t>
            </a:r>
          </a:p>
          <a:p>
            <a:pPr marL="285750" indent="-285750">
              <a:buFont typeface="Wingdings"/>
              <a:buChar char="Ø"/>
            </a:pPr>
            <a:r>
              <a:rPr lang="en-GB" sz="1400" i="1">
                <a:latin typeface="Poppins  "/>
                <a:cs typeface="Poppins"/>
              </a:rPr>
              <a:t>You have a generally positive experience of student support when accessed, but there are key pain points – for example needing to remind tutors about accessibility needs, and frustrations around StudentHome or live chat.</a:t>
            </a:r>
          </a:p>
          <a:p>
            <a:pPr marL="285750" indent="-285750">
              <a:buFont typeface="Wingdings"/>
              <a:buChar char="Ø"/>
            </a:pPr>
            <a:endParaRPr lang="en-US"/>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B59388EB-E84A-D5CD-1644-B44FF4F1E664}"/>
              </a:ext>
            </a:extLst>
          </p:cNvPr>
          <p:cNvSpPr txBox="1">
            <a:spLocks/>
          </p:cNvSpPr>
          <p:nvPr/>
        </p:nvSpPr>
        <p:spPr>
          <a:xfrm>
            <a:off x="6542252" y="2587906"/>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Share feedback on the successes and pressure points of the Disabled Students’ Allowance process, as well as the relationship with tutors, with the relevant teams.</a:t>
            </a:r>
          </a:p>
          <a:p>
            <a:pPr marL="285750" indent="-285750">
              <a:buFont typeface="Wingdings"/>
              <a:buChar char="Ø"/>
            </a:pPr>
            <a:r>
              <a:rPr lang="en-GB" sz="1400" i="1">
                <a:solidFill>
                  <a:schemeClr val="tx1"/>
                </a:solidFill>
                <a:latin typeface="Poppins"/>
                <a:cs typeface="Poppins"/>
              </a:rPr>
              <a:t>Share feedback with the Senior Management Team at OUiS to support shaping the marketing messages around why students choose the OU.</a:t>
            </a:r>
          </a:p>
          <a:p>
            <a:pPr marL="285750" indent="-285750">
              <a:buFont typeface="Wingdings"/>
              <a:buChar char="Ø"/>
            </a:pPr>
            <a:r>
              <a:rPr lang="en-GB" sz="1400" i="1">
                <a:solidFill>
                  <a:schemeClr val="tx1"/>
                </a:solidFill>
                <a:latin typeface="Poppins"/>
                <a:cs typeface="Poppins"/>
              </a:rPr>
              <a:t>Explore how to increase students’ sense of belonging consistently, regardless of location.</a:t>
            </a:r>
          </a:p>
          <a:p>
            <a:pPr marL="285750" indent="-285750">
              <a:buFont typeface="Wingdings"/>
              <a:buChar char="Ø"/>
            </a:pPr>
            <a:r>
              <a:rPr lang="en-GB" sz="1400" i="1">
                <a:solidFill>
                  <a:schemeClr val="tx1"/>
                </a:solidFill>
                <a:latin typeface="Poppins"/>
                <a:cs typeface="Poppins"/>
              </a:rPr>
              <a:t>Explore ways to help students navigate StudentHome (sharing best tips and practices from staff, students and tutors).</a:t>
            </a:r>
            <a:endParaRPr lang="en-US">
              <a:solidFill>
                <a:schemeClr val="tx1"/>
              </a:solidFill>
              <a:latin typeface="Poppins"/>
              <a:cs typeface="Poppins"/>
            </a:endParaRP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314746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D7713-3458-32FC-D33A-2BCE4E2D431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028FDB-04B6-6997-17AD-47B3090D3BBF}"/>
              </a:ext>
            </a:extLst>
          </p:cNvPr>
          <p:cNvSpPr>
            <a:spLocks noGrp="1"/>
          </p:cNvSpPr>
          <p:nvPr>
            <p:ph type="body" sz="quarter" idx="12"/>
          </p:nvPr>
        </p:nvSpPr>
        <p:spPr>
          <a:xfrm>
            <a:off x="412288" y="1422670"/>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0EA8ED06-D009-AFE0-6F73-CDA81A6DD7D7}"/>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1" i="0" u="none" strike="noStrike" kern="1200" cap="none" spc="0" normalizeH="0" baseline="0" noProof="0">
                <a:ln>
                  <a:noFill/>
                </a:ln>
                <a:solidFill>
                  <a:srgbClr val="060645"/>
                </a:solidFill>
                <a:effectLst/>
                <a:uLnTx/>
                <a:uFillTx/>
                <a:latin typeface="Poppins SemiBold"/>
                <a:ea typeface="+mn-ea"/>
                <a:cs typeface="Poppins SemiBold"/>
              </a:rPr>
              <a:t>Student community and belonging</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1" name="Text Placeholder 1">
            <a:extLst>
              <a:ext uri="{FF2B5EF4-FFF2-40B4-BE49-F238E27FC236}">
                <a16:creationId xmlns:a16="http://schemas.microsoft.com/office/drawing/2014/main" id="{484F1917-309F-07B4-2E00-3A5D442BFA1B}"/>
              </a:ext>
            </a:extLst>
          </p:cNvPr>
          <p:cNvSpPr txBox="1">
            <a:spLocks/>
          </p:cNvSpPr>
          <p:nvPr/>
        </p:nvSpPr>
        <p:spPr>
          <a:xfrm>
            <a:off x="6410172" y="1422669"/>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are:</a:t>
            </a:r>
          </a:p>
        </p:txBody>
      </p:sp>
      <p:sp>
        <p:nvSpPr>
          <p:cNvPr id="15" name="Text Placeholder 5">
            <a:extLst>
              <a:ext uri="{FF2B5EF4-FFF2-40B4-BE49-F238E27FC236}">
                <a16:creationId xmlns:a16="http://schemas.microsoft.com/office/drawing/2014/main" id="{92D6DA92-8431-545B-2E65-2D9FF6A3ED5B}"/>
              </a:ext>
            </a:extLst>
          </p:cNvPr>
          <p:cNvSpPr txBox="1">
            <a:spLocks/>
          </p:cNvSpPr>
          <p:nvPr/>
        </p:nvSpPr>
        <p:spPr>
          <a:xfrm>
            <a:off x="411738" y="1910932"/>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Community is associated with feeling like you belong, being supported, and having common goals. </a:t>
            </a:r>
          </a:p>
          <a:p>
            <a:pPr marL="285750" indent="-285750">
              <a:buFont typeface="Wingdings"/>
              <a:buChar char="Ø"/>
            </a:pPr>
            <a:r>
              <a:rPr lang="en-GB" sz="1400" i="1">
                <a:latin typeface="Poppins  "/>
                <a:cs typeface="Poppins"/>
              </a:rPr>
              <a:t>Belonging can fluctuate </a:t>
            </a:r>
          </a:p>
          <a:p>
            <a:pPr marL="285750" indent="-285750">
              <a:buFont typeface="Wingdings"/>
              <a:buChar char="Ø"/>
            </a:pPr>
            <a:r>
              <a:rPr lang="en-GB" sz="1400" i="1">
                <a:latin typeface="Poppins  "/>
                <a:cs typeface="Poppins"/>
              </a:rPr>
              <a:t>Participation in events, clubs, and meetups helps contribute to a stronger sense of belonging. </a:t>
            </a:r>
          </a:p>
          <a:p>
            <a:pPr marL="285750" indent="-285750">
              <a:buFont typeface="Wingdings"/>
              <a:buChar char="Ø"/>
            </a:pPr>
            <a:r>
              <a:rPr lang="en-GB" sz="1400" i="1">
                <a:latin typeface="Poppins  "/>
                <a:cs typeface="Poppins"/>
              </a:rPr>
              <a:t>Belonging can be experienced differently based on age, location, or background, and that representation of diverse groups is important. </a:t>
            </a:r>
          </a:p>
          <a:p>
            <a:pPr marL="285750" indent="-285750">
              <a:buFont typeface="Wingdings"/>
              <a:buChar char="Ø"/>
            </a:pPr>
            <a:r>
              <a:rPr lang="en-GB" sz="1400" i="1">
                <a:latin typeface="Poppins  "/>
                <a:cs typeface="Poppins"/>
              </a:rPr>
              <a:t>Feeling like you belong is important to you</a:t>
            </a:r>
          </a:p>
          <a:p>
            <a:pPr marL="285750" indent="-285750">
              <a:buFont typeface="Wingdings"/>
              <a:buChar char="Ø"/>
            </a:pPr>
            <a:r>
              <a:rPr lang="en-GB" sz="1400" i="1">
                <a:latin typeface="Poppins  "/>
                <a:cs typeface="Poppins"/>
              </a:rPr>
              <a:t>Better and easier ways for diverse student groups to connect are desired both face to face and digitally</a:t>
            </a:r>
          </a:p>
          <a:p>
            <a:pPr marL="285750" indent="-285750">
              <a:buFont typeface="Wingdings"/>
              <a:buChar char="Ø"/>
            </a:pPr>
            <a:r>
              <a:rPr lang="en-GB" sz="1400" i="1">
                <a:latin typeface="Poppins  "/>
                <a:cs typeface="Poppins"/>
              </a:rPr>
              <a:t>You want better signposting and awareness of community events and activities.</a:t>
            </a: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698BB5A9-A49C-A413-18E9-D2875496EEC6}"/>
              </a:ext>
            </a:extLst>
          </p:cNvPr>
          <p:cNvSpPr txBox="1">
            <a:spLocks/>
          </p:cNvSpPr>
          <p:nvPr/>
        </p:nvSpPr>
        <p:spPr>
          <a:xfrm>
            <a:off x="6410172" y="1910932"/>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Using your feedback to support the development of an institution wide ‘measuring belonging’ tool, and a new toolkit for OU staff to enable colleagues to better support building belonging and community.</a:t>
            </a:r>
          </a:p>
          <a:p>
            <a:pPr marL="285750" indent="-285750">
              <a:buFont typeface="Wingdings"/>
              <a:buChar char="Ø"/>
            </a:pPr>
            <a:r>
              <a:rPr lang="en-GB" sz="1400" i="1">
                <a:solidFill>
                  <a:schemeClr val="tx1"/>
                </a:solidFill>
                <a:latin typeface="Poppins"/>
                <a:cs typeface="Poppins"/>
              </a:rPr>
              <a:t>Sharing your insights with relevant colleagues including the student community, belonging and mattering community of practice. </a:t>
            </a:r>
          </a:p>
          <a:p>
            <a:pPr marL="285750" indent="-285750">
              <a:buFont typeface="Wingdings"/>
              <a:buChar char="Ø"/>
            </a:pPr>
            <a:r>
              <a:rPr lang="en-GB" sz="1400" i="1">
                <a:solidFill>
                  <a:schemeClr val="tx1"/>
                </a:solidFill>
                <a:latin typeface="Poppins"/>
                <a:cs typeface="Poppins"/>
              </a:rPr>
              <a:t>Use insight to help develop belonging principles to support colleagues in developing spaces where students can truly feel accepted, supported and can be themselves.</a:t>
            </a:r>
            <a:endParaRPr lang="en-US">
              <a:solidFill>
                <a:schemeClr val="tx1"/>
              </a:solidFill>
              <a:latin typeface="Poppins"/>
              <a:cs typeface="Poppins"/>
            </a:endParaRP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pic>
        <p:nvPicPr>
          <p:cNvPr id="3" name="Picture 2">
            <a:extLst>
              <a:ext uri="{FF2B5EF4-FFF2-40B4-BE49-F238E27FC236}">
                <a16:creationId xmlns:a16="http://schemas.microsoft.com/office/drawing/2014/main" id="{93AE04F2-12CB-495F-95F6-B2535B6338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76254" y="5193140"/>
            <a:ext cx="2418891" cy="1814168"/>
          </a:xfrm>
          <a:prstGeom prst="rect">
            <a:avLst/>
          </a:prstGeom>
        </p:spPr>
      </p:pic>
    </p:spTree>
    <p:extLst>
      <p:ext uri="{BB962C8B-B14F-4D97-AF65-F5344CB8AC3E}">
        <p14:creationId xmlns:p14="http://schemas.microsoft.com/office/powerpoint/2010/main" val="2413063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CB1EF-04D8-B0F7-9976-42721F8DE7F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32104D-96EB-807D-E358-A631929FEDB2}"/>
              </a:ext>
            </a:extLst>
          </p:cNvPr>
          <p:cNvSpPr>
            <a:spLocks noGrp="1"/>
          </p:cNvSpPr>
          <p:nvPr>
            <p:ph type="body" sz="quarter" idx="12"/>
          </p:nvPr>
        </p:nvSpPr>
        <p:spPr>
          <a:xfrm>
            <a:off x="423833" y="1711306"/>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CBEE8EE1-A179-977A-9610-B54869AF4FAF}"/>
              </a:ext>
            </a:extLst>
          </p:cNvPr>
          <p:cNvSpPr>
            <a:spLocks noGrp="1"/>
          </p:cNvSpPr>
          <p:nvPr>
            <p:ph type="title" idx="4294967295"/>
          </p:nvPr>
        </p:nvSpPr>
        <p:spPr>
          <a:xfrm>
            <a:off x="425450" y="439738"/>
            <a:ext cx="4913313"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a:ln>
                  <a:noFill/>
                </a:ln>
                <a:solidFill>
                  <a:srgbClr val="060645"/>
                </a:solidFill>
                <a:effectLst/>
                <a:uLnTx/>
                <a:uFillTx/>
                <a:latin typeface="Poppins SemiBold"/>
                <a:ea typeface="+mn-ea"/>
                <a:cs typeface="Poppins SemiBold"/>
              </a:rPr>
              <a:t>Highlighting neurodivergent voices at the OU</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E8C71F54-7E85-1915-0EFF-304B8BE116DA}"/>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E9CA9AFD-5792-9E76-319A-08E9D2DBB364}"/>
              </a:ext>
            </a:extLst>
          </p:cNvPr>
          <p:cNvSpPr txBox="1">
            <a:spLocks/>
          </p:cNvSpPr>
          <p:nvPr/>
        </p:nvSpPr>
        <p:spPr>
          <a:xfrm>
            <a:off x="6542252" y="3552654"/>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63741B5A-1F98-EAE0-6A16-977259A6AFA0}"/>
              </a:ext>
            </a:extLst>
          </p:cNvPr>
          <p:cNvSpPr txBox="1">
            <a:spLocks/>
          </p:cNvSpPr>
          <p:nvPr/>
        </p:nvSpPr>
        <p:spPr>
          <a:xfrm>
            <a:off x="6542252" y="994330"/>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a:latin typeface="Poppins"/>
                <a:cs typeface="Poppins"/>
              </a:rPr>
              <a:t>We have run monthly drop ins since October for our ND students, advertised on the </a:t>
            </a:r>
            <a:r>
              <a:rPr lang="en-GB" sz="1400">
                <a:latin typeface="Poppins"/>
                <a:cs typeface="Poppins"/>
                <a:hlinkClick r:id="rId3"/>
              </a:rPr>
              <a:t>Open SU website</a:t>
            </a:r>
            <a:endParaRPr lang="en-GB" sz="1400">
              <a:latin typeface="Poppins"/>
              <a:cs typeface="Poppins"/>
            </a:endParaRPr>
          </a:p>
          <a:p>
            <a:pPr marL="285750" indent="-285750">
              <a:buFont typeface="Wingdings"/>
              <a:buChar char="Ø"/>
            </a:pPr>
            <a:r>
              <a:rPr lang="en-GB" sz="1400">
                <a:latin typeface="Poppins"/>
                <a:cs typeface="Poppins"/>
              </a:rPr>
              <a:t>We have asked for a specific Neurodivergent conversation channel on </a:t>
            </a:r>
            <a:r>
              <a:rPr lang="en-GB" sz="1400">
                <a:latin typeface="Poppins"/>
                <a:cs typeface="Poppins"/>
                <a:hlinkClick r:id="rId4"/>
              </a:rPr>
              <a:t>OU Students Connect</a:t>
            </a:r>
            <a:r>
              <a:rPr lang="en-GB" sz="1400">
                <a:latin typeface="Poppins"/>
                <a:cs typeface="Poppins"/>
              </a:rPr>
              <a:t> </a:t>
            </a:r>
          </a:p>
          <a:p>
            <a:pPr marL="285750" indent="-285750">
              <a:buFont typeface="Wingdings"/>
              <a:buChar char="Ø"/>
            </a:pPr>
            <a:r>
              <a:rPr lang="en-GB" sz="1400">
                <a:latin typeface="Poppins"/>
                <a:cs typeface="Poppins"/>
              </a:rPr>
              <a:t>We are expanding the information on the </a:t>
            </a:r>
            <a:r>
              <a:rPr lang="en-GB" sz="1400">
                <a:latin typeface="Poppins"/>
                <a:cs typeface="Poppins"/>
                <a:hlinkClick r:id="rId5"/>
              </a:rPr>
              <a:t>Neurodiversity Support Hub</a:t>
            </a:r>
          </a:p>
          <a:p>
            <a:pPr marL="285750" indent="-285750">
              <a:buFont typeface="Wingdings"/>
              <a:buChar char="Ø"/>
            </a:pPr>
            <a:r>
              <a:rPr lang="en-GB" sz="1400">
                <a:latin typeface="Poppins"/>
                <a:cs typeface="Poppins"/>
              </a:rPr>
              <a:t>We have started planning for Neurodiversity Celebration Week 2026 </a:t>
            </a: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7D01151F-6905-5B49-32A9-695EF836A752}"/>
              </a:ext>
            </a:extLst>
          </p:cNvPr>
          <p:cNvSpPr txBox="1">
            <a:spLocks/>
          </p:cNvSpPr>
          <p:nvPr/>
        </p:nvSpPr>
        <p:spPr>
          <a:xfrm>
            <a:off x="423283" y="2176477"/>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a:latin typeface="Poppins  "/>
                <a:cs typeface="Poppins"/>
              </a:rPr>
              <a:t>There should be more support for diagnosed and undiagnosed ND students. </a:t>
            </a:r>
            <a:endParaRPr lang="en-US"/>
          </a:p>
          <a:p>
            <a:pPr marL="285750" indent="-285750">
              <a:buFont typeface="Wingdings"/>
              <a:buChar char="Ø"/>
            </a:pPr>
            <a:r>
              <a:rPr lang="en-GB" sz="1400">
                <a:latin typeface="Poppins  "/>
                <a:cs typeface="Poppins"/>
              </a:rPr>
              <a:t>There is a lack of understanding on what neurodivergence is. </a:t>
            </a:r>
            <a:endParaRPr lang="en-GB" sz="1400">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4DEDE4BF-B627-7C01-475E-7F51E501F59D}"/>
              </a:ext>
            </a:extLst>
          </p:cNvPr>
          <p:cNvSpPr txBox="1">
            <a:spLocks/>
          </p:cNvSpPr>
          <p:nvPr/>
        </p:nvSpPr>
        <p:spPr>
          <a:xfrm>
            <a:off x="6542252" y="3997823"/>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a:solidFill>
                  <a:schemeClr val="tx1"/>
                </a:solidFill>
                <a:latin typeface="Poppins"/>
                <a:cs typeface="Poppins"/>
              </a:rPr>
              <a:t>Be having online sessions for Neurodiversity Celebration Week 2026 (March 16-20) this will include members of staff and students. </a:t>
            </a:r>
          </a:p>
          <a:p>
            <a:pPr marL="285750" indent="-285750">
              <a:buFont typeface="Wingdings"/>
              <a:buChar char="Ø"/>
            </a:pPr>
            <a:r>
              <a:rPr lang="en-GB" sz="1400">
                <a:solidFill>
                  <a:schemeClr val="tx1"/>
                </a:solidFill>
                <a:latin typeface="Poppins"/>
                <a:cs typeface="Poppins"/>
              </a:rPr>
              <a:t>Highlight support available from the OU on getting a Dyslexia diagnosis.</a:t>
            </a: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pic>
        <p:nvPicPr>
          <p:cNvPr id="3" name="Picture 2">
            <a:extLst>
              <a:ext uri="{FF2B5EF4-FFF2-40B4-BE49-F238E27FC236}">
                <a16:creationId xmlns:a16="http://schemas.microsoft.com/office/drawing/2014/main" id="{86A14616-16B2-1660-C21C-14A4DA4FF8A6}"/>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976254" y="5224665"/>
            <a:ext cx="2418891" cy="1814168"/>
          </a:xfrm>
          <a:prstGeom prst="rect">
            <a:avLst/>
          </a:prstGeom>
        </p:spPr>
      </p:pic>
    </p:spTree>
    <p:extLst>
      <p:ext uri="{BB962C8B-B14F-4D97-AF65-F5344CB8AC3E}">
        <p14:creationId xmlns:p14="http://schemas.microsoft.com/office/powerpoint/2010/main" val="421985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79B45-FAF6-755A-F643-E672D46DC04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527805-9A64-39C4-03E6-5AE0B7226263}"/>
              </a:ext>
            </a:extLst>
          </p:cNvPr>
          <p:cNvSpPr>
            <a:spLocks noGrp="1"/>
          </p:cNvSpPr>
          <p:nvPr>
            <p:ph type="body" sz="quarter" idx="12"/>
          </p:nvPr>
        </p:nvSpPr>
        <p:spPr>
          <a:xfrm>
            <a:off x="413838" y="1161962"/>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626295BA-D76E-EFD3-C890-94BE77EF7BA2}"/>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60645"/>
                </a:solidFill>
                <a:effectLst/>
                <a:uLnTx/>
                <a:uFillTx/>
                <a:latin typeface="Poppins SemiBold"/>
                <a:ea typeface="+mn-ea"/>
                <a:cs typeface="Poppins SemiBold"/>
              </a:rPr>
              <a:t>Masters in Management </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1" name="Text Placeholder 1">
            <a:extLst>
              <a:ext uri="{FF2B5EF4-FFF2-40B4-BE49-F238E27FC236}">
                <a16:creationId xmlns:a16="http://schemas.microsoft.com/office/drawing/2014/main" id="{987BCA6C-EEBB-E9E5-709C-2DBA250A1B3A}"/>
              </a:ext>
            </a:extLst>
          </p:cNvPr>
          <p:cNvSpPr txBox="1">
            <a:spLocks/>
          </p:cNvSpPr>
          <p:nvPr/>
        </p:nvSpPr>
        <p:spPr>
          <a:xfrm>
            <a:off x="6542252" y="1167677"/>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5" name="Text Placeholder 5">
            <a:extLst>
              <a:ext uri="{FF2B5EF4-FFF2-40B4-BE49-F238E27FC236}">
                <a16:creationId xmlns:a16="http://schemas.microsoft.com/office/drawing/2014/main" id="{741D0899-5198-4C9C-E2A7-DA9A3FC89CED}"/>
              </a:ext>
            </a:extLst>
          </p:cNvPr>
          <p:cNvSpPr txBox="1">
            <a:spLocks/>
          </p:cNvSpPr>
          <p:nvPr/>
        </p:nvSpPr>
        <p:spPr>
          <a:xfrm>
            <a:off x="411738" y="1714659"/>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a:latin typeface="Poppins"/>
                <a:cs typeface="Poppins"/>
              </a:rPr>
              <a:t>Students value digital/data/AI literacy, elective breadth, and an applied capstone.</a:t>
            </a:r>
            <a:endParaRPr lang="en-GB" sz="1400"/>
          </a:p>
          <a:p>
            <a:pPr marL="285750" indent="-285750">
              <a:buFont typeface="Wingdings"/>
              <a:buChar char="Ø"/>
            </a:pPr>
            <a:r>
              <a:rPr lang="en-GB" sz="1400">
                <a:latin typeface="Poppins"/>
                <a:cs typeface="Poppins"/>
              </a:rPr>
              <a:t>Progression clarity (advanced standing, entry routes) and differentiation vs MBA/MSc are essential.</a:t>
            </a:r>
            <a:endParaRPr lang="en-GB" sz="1400"/>
          </a:p>
          <a:p>
            <a:pPr marL="285750" indent="-285750">
              <a:buFont typeface="Wingdings"/>
              <a:buChar char="Ø"/>
            </a:pPr>
            <a:r>
              <a:rPr lang="en-GB" sz="1400">
                <a:latin typeface="Poppins"/>
                <a:cs typeface="Poppins"/>
              </a:rPr>
              <a:t>Hands-on learning (projects, internships, networking) and part-time flexibility increase perceived value.</a:t>
            </a:r>
            <a:endParaRPr lang="en-GB" sz="1400"/>
          </a:p>
          <a:p>
            <a:pPr marL="285750" indent="-285750">
              <a:buFont typeface="Wingdings"/>
              <a:buChar char="Ø"/>
            </a:pPr>
            <a:r>
              <a:rPr lang="en-GB" sz="1400">
                <a:latin typeface="Poppins"/>
                <a:cs typeface="Poppins"/>
              </a:rPr>
              <a:t>Cost, funding and a ~2-year route are salient; mature learners note loan eligibility constraints.</a:t>
            </a:r>
            <a:endParaRPr lang="en-GB" sz="1400"/>
          </a:p>
          <a:p>
            <a:pPr marL="285750" indent="-285750">
              <a:buFont typeface="Wingdings"/>
              <a:buChar char="•"/>
            </a:pPr>
            <a:endParaRPr lang="en-GB"/>
          </a:p>
          <a:p>
            <a:pPr marL="285750" indent="-285750">
              <a:buFont typeface="Wingdings"/>
              <a:buChar char="Ø"/>
            </a:pP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CF99B48D-4C42-BABE-B72D-B62431AEB396}"/>
              </a:ext>
            </a:extLst>
          </p:cNvPr>
          <p:cNvSpPr txBox="1">
            <a:spLocks/>
          </p:cNvSpPr>
          <p:nvPr/>
        </p:nvSpPr>
        <p:spPr>
          <a:xfrm>
            <a:off x="6542252" y="1710801"/>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Use this feedback to have an impact on Masters in Management design, module content, and how we work with others, e.g. Careers and Employability Service.</a:t>
            </a:r>
            <a:endParaRPr lang="en-US">
              <a:solidFill>
                <a:schemeClr val="tx1"/>
              </a:solidFill>
              <a:latin typeface="Poppins"/>
              <a:cs typeface="Poppins"/>
            </a:endParaRPr>
          </a:p>
        </p:txBody>
      </p:sp>
    </p:spTree>
    <p:extLst>
      <p:ext uri="{BB962C8B-B14F-4D97-AF65-F5344CB8AC3E}">
        <p14:creationId xmlns:p14="http://schemas.microsoft.com/office/powerpoint/2010/main" val="1394300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D0342-96F3-AFA4-5DF9-1D20CD96BC6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D3D59DC-96DE-D292-E374-D7E3D658319A}"/>
              </a:ext>
            </a:extLst>
          </p:cNvPr>
          <p:cNvSpPr>
            <a:spLocks noGrp="1"/>
          </p:cNvSpPr>
          <p:nvPr>
            <p:ph type="body" sz="quarter" idx="12"/>
          </p:nvPr>
        </p:nvSpPr>
        <p:spPr>
          <a:xfrm>
            <a:off x="179971" y="1422670"/>
            <a:ext cx="4325806" cy="289311"/>
          </a:xfrm>
        </p:spPr>
        <p:txBody>
          <a:bodyPr lIns="91440" tIns="45720" rIns="91440" bIns="45720" anchor="t">
            <a:noAutofit/>
          </a:bodyPr>
          <a:lstStyle/>
          <a:p>
            <a:r>
              <a:rPr lang="en-GB" sz="1800">
                <a:latin typeface="Poppins SemiBold"/>
                <a:cs typeface="Poppins SemiBold"/>
              </a:rPr>
              <a:t>You told us that we should:</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C6C3BCE8-BA86-AED4-D695-5DBF6A46D803}"/>
              </a:ext>
            </a:extLst>
          </p:cNvPr>
          <p:cNvSpPr>
            <a:spLocks noGrp="1"/>
          </p:cNvSpPr>
          <p:nvPr>
            <p:ph type="title" idx="4294967295"/>
          </p:nvPr>
        </p:nvSpPr>
        <p:spPr>
          <a:xfrm>
            <a:off x="125413" y="50800"/>
            <a:ext cx="5981700" cy="13335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Your learning, your voice: Creating an Understanding Me as a Learner (</a:t>
            </a:r>
            <a:r>
              <a:rPr kumimoji="0" lang="en-US" sz="2400" b="0" i="0" u="none" strike="noStrike" kern="1200" cap="none" spc="0" normalizeH="0" baseline="0" noProof="0" err="1">
                <a:ln>
                  <a:noFill/>
                </a:ln>
                <a:solidFill>
                  <a:srgbClr val="060645"/>
                </a:solidFill>
                <a:effectLst/>
                <a:uLnTx/>
                <a:uFillTx/>
                <a:latin typeface="Poppins SemiBold"/>
                <a:ea typeface="+mn-ea"/>
                <a:cs typeface="Poppins SemiBold"/>
              </a:rPr>
              <a:t>UMaaL</a:t>
            </a: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 reflection document</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7B56E6FE-0905-D3C5-1D21-BFFF1E2F9C2A}"/>
              </a:ext>
            </a:extLst>
          </p:cNvPr>
          <p:cNvSpPr txBox="1">
            <a:spLocks/>
          </p:cNvSpPr>
          <p:nvPr/>
        </p:nvSpPr>
        <p:spPr>
          <a:xfrm>
            <a:off x="6286388" y="51542"/>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06920A76-16C9-ADA3-7051-6B8658EF6ABF}"/>
              </a:ext>
            </a:extLst>
          </p:cNvPr>
          <p:cNvSpPr txBox="1">
            <a:spLocks/>
          </p:cNvSpPr>
          <p:nvPr/>
        </p:nvSpPr>
        <p:spPr>
          <a:xfrm>
            <a:off x="6371439" y="2561738"/>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D1AA89C2-8452-40DD-C446-288ACD83B65F}"/>
              </a:ext>
            </a:extLst>
          </p:cNvPr>
          <p:cNvSpPr txBox="1">
            <a:spLocks/>
          </p:cNvSpPr>
          <p:nvPr/>
        </p:nvSpPr>
        <p:spPr>
          <a:xfrm>
            <a:off x="6371439" y="394283"/>
            <a:ext cx="5981654" cy="2114025"/>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a:latin typeface="Poppins"/>
                <a:cs typeface="Poppins"/>
              </a:rPr>
              <a:t>Developed a tutor working group to explore current </a:t>
            </a:r>
            <a:r>
              <a:rPr lang="en-GB" sz="1400" err="1">
                <a:latin typeface="Poppins"/>
                <a:cs typeface="Poppins"/>
              </a:rPr>
              <a:t>UMaaL</a:t>
            </a:r>
            <a:r>
              <a:rPr lang="en-GB" sz="1400">
                <a:latin typeface="Poppins"/>
                <a:cs typeface="Poppins"/>
              </a:rPr>
              <a:t> use, inform impact assessment, and identify working issues.</a:t>
            </a:r>
          </a:p>
          <a:p>
            <a:pPr marL="285750" indent="-285750">
              <a:buFont typeface="Wingdings"/>
              <a:buChar char="Ø"/>
            </a:pPr>
            <a:r>
              <a:rPr lang="en-GB" sz="1400">
                <a:latin typeface="Poppins"/>
                <a:cs typeface="Poppins"/>
              </a:rPr>
              <a:t>Created guidance documents for both tutors and students on effective </a:t>
            </a:r>
            <a:r>
              <a:rPr lang="en-GB" sz="1400" err="1">
                <a:latin typeface="Poppins"/>
                <a:cs typeface="Poppins"/>
              </a:rPr>
              <a:t>UMaaL</a:t>
            </a:r>
            <a:r>
              <a:rPr lang="en-GB" sz="1400">
                <a:latin typeface="Poppins"/>
                <a:cs typeface="Poppins"/>
              </a:rPr>
              <a:t> use</a:t>
            </a:r>
          </a:p>
          <a:p>
            <a:pPr marL="285750" indent="-285750">
              <a:buFont typeface="Wingdings"/>
              <a:buChar char="Ø"/>
            </a:pPr>
            <a:r>
              <a:rPr lang="en-GB" sz="1400">
                <a:latin typeface="Poppins"/>
                <a:cs typeface="Poppins"/>
              </a:rPr>
              <a:t>Partnered with colleagues developing StudentHome to embed </a:t>
            </a:r>
            <a:r>
              <a:rPr lang="en-GB" sz="1400" err="1">
                <a:latin typeface="Poppins"/>
                <a:cs typeface="Poppins"/>
              </a:rPr>
              <a:t>UMaaL</a:t>
            </a:r>
            <a:r>
              <a:rPr lang="en-GB" sz="1400">
                <a:latin typeface="Poppins"/>
                <a:cs typeface="Poppins"/>
              </a:rPr>
              <a:t> into their card sort activity, engaging students OU-wide in shaping the prompts for Student Home integration</a:t>
            </a:r>
            <a:endParaRPr lang="en-GB" sz="1400" i="1">
              <a:latin typeface="Poppins"/>
              <a:cs typeface="Poppins"/>
            </a:endParaRPr>
          </a:p>
          <a:p>
            <a:pPr marL="285750" indent="-285750">
              <a:buFont typeface="Wingdings"/>
              <a:buChar char="Ø"/>
            </a:pPr>
            <a:endParaRPr lang="en-GB" sz="1400" i="1">
              <a:latin typeface="Poppins"/>
              <a:cs typeface="Poppins"/>
            </a:endParaRPr>
          </a:p>
          <a:p>
            <a:pPr marL="285750" indent="-285750">
              <a:buFont typeface="Wingdings"/>
              <a:buChar char="Ø"/>
            </a:pPr>
            <a:endParaRPr lang="en-GB" sz="1400" i="1"/>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070570B8-C72F-1114-5529-94EC24562C00}"/>
              </a:ext>
            </a:extLst>
          </p:cNvPr>
          <p:cNvSpPr txBox="1">
            <a:spLocks/>
          </p:cNvSpPr>
          <p:nvPr/>
        </p:nvSpPr>
        <p:spPr>
          <a:xfrm>
            <a:off x="394283" y="1848698"/>
            <a:ext cx="5198460" cy="3826453"/>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a:buFont typeface="Wingdings" panose="05000000000000000000" pitchFamily="2" charset="2"/>
              <a:buChar char="Ø"/>
            </a:pPr>
            <a:r>
              <a:rPr lang="en-GB" sz="1400">
                <a:latin typeface="Poppins"/>
                <a:cs typeface="Poppins"/>
              </a:rPr>
              <a:t>Make </a:t>
            </a:r>
            <a:r>
              <a:rPr lang="en-GB" sz="1400" err="1">
                <a:latin typeface="Poppins"/>
                <a:cs typeface="Poppins"/>
              </a:rPr>
              <a:t>UMaaL</a:t>
            </a:r>
            <a:r>
              <a:rPr lang="en-GB" sz="1400">
                <a:latin typeface="Poppins"/>
                <a:cs typeface="Poppins"/>
              </a:rPr>
              <a:t> a “work in progress” document that can be updated throughout the module and carried forward to future modules.</a:t>
            </a:r>
            <a:endParaRPr lang="en-US"/>
          </a:p>
          <a:p>
            <a:pPr>
              <a:buFont typeface="Wingdings" panose="05000000000000000000" pitchFamily="2" charset="2"/>
              <a:buChar char="Ø"/>
            </a:pPr>
            <a:r>
              <a:rPr lang="en-GB" sz="1400">
                <a:latin typeface="Poppins"/>
                <a:cs typeface="Poppins"/>
              </a:rPr>
              <a:t>Embed it centrally so information transfers across the qualification (with student consent).</a:t>
            </a:r>
            <a:endParaRPr lang="en-GB"/>
          </a:p>
          <a:p>
            <a:pPr>
              <a:buFont typeface="Wingdings" panose="05000000000000000000" pitchFamily="2" charset="2"/>
              <a:buChar char="Ø"/>
            </a:pPr>
            <a:r>
              <a:rPr lang="en-GB" sz="1400">
                <a:latin typeface="Poppins"/>
                <a:cs typeface="Poppins"/>
              </a:rPr>
              <a:t>Ensure tutors are trained and actually use the information provided.</a:t>
            </a:r>
            <a:endParaRPr lang="en-GB"/>
          </a:p>
          <a:p>
            <a:pPr>
              <a:buFont typeface="Wingdings" panose="05000000000000000000" pitchFamily="2" charset="2"/>
              <a:buChar char="Ø"/>
            </a:pPr>
            <a:r>
              <a:rPr lang="en-GB" sz="1400">
                <a:latin typeface="Poppins"/>
                <a:cs typeface="Poppins"/>
              </a:rPr>
              <a:t>Make it available at the start of each module with prompts to update when circumstances change.</a:t>
            </a:r>
            <a:endParaRPr lang="en-GB"/>
          </a:p>
          <a:p>
            <a:pPr>
              <a:buFont typeface="Wingdings" panose="05000000000000000000" pitchFamily="2" charset="2"/>
              <a:buChar char="Ø"/>
            </a:pPr>
            <a:r>
              <a:rPr lang="en-GB" sz="1400">
                <a:latin typeface="Poppins"/>
                <a:cs typeface="Poppins"/>
              </a:rPr>
              <a:t>Create institutional accountability to ensure tutors engage with student profiles.</a:t>
            </a:r>
            <a:endParaRPr lang="en-GB"/>
          </a:p>
          <a:p>
            <a:pPr>
              <a:buFont typeface="Wingdings" panose="05000000000000000000" pitchFamily="2" charset="2"/>
              <a:buChar char="Ø"/>
            </a:pPr>
            <a:r>
              <a:rPr lang="en-GB" sz="1400">
                <a:latin typeface="Poppins"/>
                <a:cs typeface="Poppins"/>
              </a:rPr>
              <a:t>If digital, include email functionality to maintain ongoing communication about accommodations.</a:t>
            </a: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AFB9DAB0-BF61-5018-CC5E-A15905F11719}"/>
              </a:ext>
            </a:extLst>
          </p:cNvPr>
          <p:cNvSpPr txBox="1">
            <a:spLocks/>
          </p:cNvSpPr>
          <p:nvPr/>
        </p:nvSpPr>
        <p:spPr>
          <a:xfrm>
            <a:off x="6286388" y="2943246"/>
            <a:ext cx="5797953" cy="391475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a:solidFill>
                  <a:schemeClr val="tx1"/>
                </a:solidFill>
                <a:latin typeface="Poppins"/>
                <a:cs typeface="Poppins"/>
              </a:rPr>
              <a:t>Recruit students via Open SU for a 2026 </a:t>
            </a:r>
            <a:r>
              <a:rPr lang="en-GB" sz="1400" err="1">
                <a:solidFill>
                  <a:schemeClr val="tx1"/>
                </a:solidFill>
                <a:latin typeface="Poppins"/>
                <a:cs typeface="Poppins"/>
              </a:rPr>
              <a:t>UMaaL</a:t>
            </a:r>
            <a:r>
              <a:rPr lang="en-GB" sz="1400">
                <a:solidFill>
                  <a:schemeClr val="tx1"/>
                </a:solidFill>
                <a:latin typeface="Poppins"/>
                <a:cs typeface="Poppins"/>
              </a:rPr>
              <a:t> evaluation project, measuring impact and exploring update prompts throughout modules.</a:t>
            </a:r>
          </a:p>
          <a:p>
            <a:pPr marL="285750" indent="-285750">
              <a:buFont typeface="Wingdings"/>
              <a:buChar char="Ø"/>
            </a:pPr>
            <a:r>
              <a:rPr lang="en-GB" sz="1400">
                <a:solidFill>
                  <a:schemeClr val="tx1"/>
                </a:solidFill>
                <a:latin typeface="Poppins"/>
                <a:cs typeface="Poppins"/>
              </a:rPr>
              <a:t>Develop the digital </a:t>
            </a:r>
            <a:r>
              <a:rPr lang="en-GB" sz="1400" err="1">
                <a:solidFill>
                  <a:schemeClr val="tx1"/>
                </a:solidFill>
                <a:latin typeface="Poppins"/>
                <a:cs typeface="Poppins"/>
              </a:rPr>
              <a:t>UMaaL</a:t>
            </a:r>
            <a:r>
              <a:rPr lang="en-GB" sz="1400">
                <a:solidFill>
                  <a:schemeClr val="tx1"/>
                </a:solidFill>
                <a:latin typeface="Poppins"/>
                <a:cs typeface="Poppins"/>
              </a:rPr>
              <a:t> with StudentHome, including email functionality for ongoing accommodation communication.</a:t>
            </a:r>
          </a:p>
          <a:p>
            <a:pPr marL="285750" indent="-285750">
              <a:buFont typeface="Wingdings"/>
              <a:buChar char="Ø"/>
            </a:pPr>
            <a:r>
              <a:rPr lang="en-GB" sz="1400">
                <a:solidFill>
                  <a:schemeClr val="tx1"/>
                </a:solidFill>
                <a:latin typeface="Poppins"/>
                <a:cs typeface="Poppins"/>
              </a:rPr>
              <a:t>Establish institutional accountability through policy and training to ensure tutors consistently engage with student profiles.</a:t>
            </a:r>
          </a:p>
          <a:p>
            <a:pPr marL="285750" indent="-285750">
              <a:buFont typeface="Wingdings"/>
              <a:buChar char="Ø"/>
            </a:pPr>
            <a:r>
              <a:rPr lang="en-GB" sz="1400">
                <a:solidFill>
                  <a:schemeClr val="tx1"/>
                </a:solidFill>
                <a:latin typeface="Poppins"/>
                <a:cs typeface="Poppins"/>
              </a:rPr>
              <a:t>Explore technical integration to enable </a:t>
            </a:r>
            <a:r>
              <a:rPr lang="en-GB" sz="1400" err="1">
                <a:solidFill>
                  <a:schemeClr val="tx1"/>
                </a:solidFill>
                <a:latin typeface="Poppins"/>
                <a:cs typeface="Poppins"/>
              </a:rPr>
              <a:t>UMaaL</a:t>
            </a:r>
            <a:r>
              <a:rPr lang="en-GB" sz="1400">
                <a:solidFill>
                  <a:schemeClr val="tx1"/>
                </a:solidFill>
                <a:latin typeface="Poppins"/>
                <a:cs typeface="Poppins"/>
              </a:rPr>
              <a:t> portability across modules and qualifications with student consent to avoid starting from scratch each year.</a:t>
            </a:r>
          </a:p>
          <a:p>
            <a:pPr marL="285750" indent="-285750">
              <a:buFont typeface="Wingdings"/>
              <a:buChar char="Ø"/>
            </a:pPr>
            <a:r>
              <a:rPr lang="en-GB" sz="1400">
                <a:solidFill>
                  <a:schemeClr val="tx1"/>
                </a:solidFill>
                <a:latin typeface="Poppins"/>
                <a:cs typeface="Poppins"/>
              </a:rPr>
              <a:t>Create comprehensive tutor training embedded in AL development to ensure consistent and meaningful use of </a:t>
            </a:r>
            <a:r>
              <a:rPr lang="en-GB" sz="1400" err="1">
                <a:solidFill>
                  <a:schemeClr val="tx1"/>
                </a:solidFill>
                <a:latin typeface="Poppins"/>
                <a:cs typeface="Poppins"/>
              </a:rPr>
              <a:t>UMaaL</a:t>
            </a:r>
            <a:r>
              <a:rPr lang="en-GB" sz="1400">
                <a:solidFill>
                  <a:schemeClr val="tx1"/>
                </a:solidFill>
                <a:latin typeface="Poppins"/>
                <a:cs typeface="Poppins"/>
              </a:rPr>
              <a:t> across all modules</a:t>
            </a: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1316568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2D68B-73CB-579C-BCA2-9D125B5974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69BD337-A354-04F8-C5CF-FA1247C4608D}"/>
              </a:ext>
            </a:extLst>
          </p:cNvPr>
          <p:cNvSpPr>
            <a:spLocks noGrp="1"/>
          </p:cNvSpPr>
          <p:nvPr>
            <p:ph type="body" sz="quarter" idx="12"/>
          </p:nvPr>
        </p:nvSpPr>
        <p:spPr>
          <a:xfrm>
            <a:off x="412288" y="1422670"/>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CC24B245-563A-7349-6920-CD923E0D8BF1}"/>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Y </a:t>
            </a:r>
            <a:r>
              <a:rPr kumimoji="0" lang="en-GB" sz="2400" b="0" i="0" u="none" strike="noStrike" kern="1200" cap="none" spc="0" normalizeH="0" baseline="0" noProof="0" err="1">
                <a:ln>
                  <a:noFill/>
                </a:ln>
                <a:solidFill>
                  <a:schemeClr val="tx1"/>
                </a:solidFill>
                <a:effectLst/>
                <a:uLnTx/>
                <a:uFillTx/>
                <a:latin typeface="Poppins SemiBold"/>
                <a:ea typeface="+mn-ea"/>
                <a:cs typeface="Poppins SemiBold"/>
              </a:rPr>
              <a:t>Gymraeg</a:t>
            </a: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 </a:t>
            </a:r>
            <a:r>
              <a:rPr kumimoji="0" lang="en-GB" sz="2400" b="0" i="0" u="none" strike="noStrike" kern="1200" cap="none" spc="0" normalizeH="0" baseline="0" noProof="0" err="1">
                <a:ln>
                  <a:noFill/>
                </a:ln>
                <a:solidFill>
                  <a:schemeClr val="tx1"/>
                </a:solidFill>
                <a:effectLst/>
                <a:uLnTx/>
                <a:uFillTx/>
                <a:latin typeface="Poppins SemiBold"/>
                <a:ea typeface="+mn-ea"/>
                <a:cs typeface="Poppins SemiBold"/>
              </a:rPr>
              <a:t>yn</a:t>
            </a: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 y </a:t>
            </a:r>
            <a:r>
              <a:rPr kumimoji="0" lang="en-GB" sz="2400" b="0" i="0" u="none" strike="noStrike" kern="1200" cap="none" spc="0" normalizeH="0" baseline="0" noProof="0" err="1">
                <a:ln>
                  <a:noFill/>
                </a:ln>
                <a:solidFill>
                  <a:schemeClr val="tx1"/>
                </a:solidFill>
                <a:effectLst/>
                <a:uLnTx/>
                <a:uFillTx/>
                <a:latin typeface="Poppins SemiBold"/>
                <a:ea typeface="+mn-ea"/>
                <a:cs typeface="Poppins SemiBold"/>
              </a:rPr>
              <a:t>Brifysgol</a:t>
            </a: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 </a:t>
            </a:r>
            <a:r>
              <a:rPr kumimoji="0" lang="en-GB" sz="2400" b="0" i="0" u="none" strike="noStrike" kern="1200" cap="none" spc="0" normalizeH="0" baseline="0" noProof="0" err="1">
                <a:ln>
                  <a:noFill/>
                </a:ln>
                <a:solidFill>
                  <a:schemeClr val="tx1"/>
                </a:solidFill>
                <a:effectLst/>
                <a:uLnTx/>
                <a:uFillTx/>
                <a:latin typeface="Poppins SemiBold"/>
                <a:ea typeface="+mn-ea"/>
                <a:cs typeface="Poppins SemiBold"/>
              </a:rPr>
              <a:t>Agored</a:t>
            </a:r>
            <a:endParaRPr kumimoji="0" lang="en-GB" sz="2400" b="0" i="0" u="none" strike="noStrike" kern="1200" cap="none" spc="0" normalizeH="0" baseline="0" noProof="0">
              <a:ln>
                <a:noFill/>
              </a:ln>
              <a:solidFill>
                <a:schemeClr val="tx1"/>
              </a:solidFill>
              <a:effectLst/>
              <a:uLnTx/>
              <a:uFillTx/>
              <a:latin typeface="Poppins SemiBold"/>
              <a:ea typeface="+mn-ea"/>
              <a:cs typeface="Poppins SemiBold"/>
            </a:endParaRPr>
          </a:p>
        </p:txBody>
      </p:sp>
      <p:sp>
        <p:nvSpPr>
          <p:cNvPr id="10" name="Text Placeholder 1">
            <a:extLst>
              <a:ext uri="{FF2B5EF4-FFF2-40B4-BE49-F238E27FC236}">
                <a16:creationId xmlns:a16="http://schemas.microsoft.com/office/drawing/2014/main" id="{203AF978-9CD3-FFF2-4B73-D438E275C164}"/>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25635CF1-C85E-4DBB-B19A-0C2B0AB50751}"/>
              </a:ext>
            </a:extLst>
          </p:cNvPr>
          <p:cNvSpPr txBox="1">
            <a:spLocks/>
          </p:cNvSpPr>
          <p:nvPr/>
        </p:nvSpPr>
        <p:spPr>
          <a:xfrm>
            <a:off x="6542252" y="2753317"/>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370DB46B-59AC-B60A-FA2D-3A1BD4928298}"/>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Used your feedback to shape our plans for the Welsh session at the Cardiff Student Consultation Meeting in March.</a:t>
            </a:r>
            <a:endParaRPr lang="en-GB" sz="1400" i="1"/>
          </a:p>
          <a:p>
            <a:pPr marL="285750" indent="-285750">
              <a:buFont typeface="Wingdings"/>
              <a:buChar char="Ø"/>
            </a:pPr>
            <a:r>
              <a:rPr lang="en-GB" sz="1400" i="1">
                <a:latin typeface="Poppins"/>
                <a:cs typeface="Poppins"/>
              </a:rPr>
              <a:t>Shared your feedback with the Welsh Language Student Voice Group, OU in Wales staff and Open SU.</a:t>
            </a: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ED8575BC-A665-6D71-8112-F5D7DCCDEEB9}"/>
              </a:ext>
            </a:extLst>
          </p:cNvPr>
          <p:cNvSpPr txBox="1">
            <a:spLocks/>
          </p:cNvSpPr>
          <p:nvPr/>
        </p:nvSpPr>
        <p:spPr>
          <a:xfrm>
            <a:off x="411738" y="1910932"/>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You haven't used Welsh in your studies due to lack of confidence and support as Welsh learners – more support would be beneficial.</a:t>
            </a:r>
            <a:endParaRPr lang="en-GB" sz="1400" i="1">
              <a:latin typeface="Poppins  "/>
            </a:endParaRPr>
          </a:p>
          <a:p>
            <a:pPr marL="285750" indent="-285750">
              <a:buFont typeface="Wingdings"/>
              <a:buChar char="Ø"/>
            </a:pPr>
            <a:r>
              <a:rPr lang="en-GB" sz="1400" i="1">
                <a:latin typeface="Poppins  "/>
                <a:cs typeface="Poppins"/>
              </a:rPr>
              <a:t>Fostering a Welsh-speaking community is difficult when some students don't live in Wales.</a:t>
            </a:r>
            <a:endParaRPr lang="en-GB" sz="1400" i="1">
              <a:latin typeface="Poppins  "/>
            </a:endParaRPr>
          </a:p>
          <a:p>
            <a:pPr marL="285750" indent="-285750">
              <a:buFont typeface="Wingdings"/>
              <a:buChar char="Ø"/>
            </a:pPr>
            <a:r>
              <a:rPr lang="en-GB" sz="1400" i="1">
                <a:latin typeface="Poppins  "/>
                <a:cs typeface="Poppins"/>
              </a:rPr>
              <a:t>You'd like cultural and social connection e.g. places to practice Welsh with other students.</a:t>
            </a:r>
            <a:endParaRPr lang="en-GB" sz="1400" i="1">
              <a:latin typeface="Poppins  "/>
            </a:endParaRPr>
          </a:p>
          <a:p>
            <a:pPr marL="285750" indent="-285750">
              <a:buFont typeface="Wingdings"/>
              <a:buChar char="Ø"/>
            </a:pP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33CED37A-CFB2-A2A4-E5BD-67D3933EF9C1}"/>
              </a:ext>
            </a:extLst>
          </p:cNvPr>
          <p:cNvSpPr txBox="1">
            <a:spLocks/>
          </p:cNvSpPr>
          <p:nvPr/>
        </p:nvSpPr>
        <p:spPr>
          <a:xfrm>
            <a:off x="6542252" y="3429000"/>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Investigate the creation of a Language Hwb to support Welsh speakers and learners.</a:t>
            </a:r>
          </a:p>
          <a:p>
            <a:pPr marL="285750" indent="-285750">
              <a:buFont typeface="Wingdings"/>
              <a:buChar char="Ø"/>
            </a:pPr>
            <a:r>
              <a:rPr lang="en-GB" sz="1400" i="1">
                <a:solidFill>
                  <a:schemeClr val="tx1"/>
                </a:solidFill>
                <a:latin typeface="Poppins"/>
                <a:cs typeface="Poppins"/>
              </a:rPr>
              <a:t>Explore collaboration opportunity between Open SU's Wales Club and the PGCE team to produce a Welsh taster meet-up around St David's Day.</a:t>
            </a:r>
          </a:p>
          <a:p>
            <a:pPr marL="285750" indent="-285750">
              <a:buFont typeface="Wingdings"/>
              <a:buChar char="Ø"/>
            </a:pPr>
            <a:r>
              <a:rPr lang="en-GB" sz="1400" i="1">
                <a:solidFill>
                  <a:schemeClr val="tx1"/>
                </a:solidFill>
                <a:latin typeface="Poppins"/>
                <a:cs typeface="Poppins"/>
              </a:rPr>
              <a:t>Work with our Wales rep to have a presence at the Eisteddfod 2026 for students and staff to connect.</a:t>
            </a: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3089333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133DF-357A-49BA-2610-03300F1061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2129C8D-F2F3-8594-48AA-782B22E98CFD}"/>
              </a:ext>
            </a:extLst>
          </p:cNvPr>
          <p:cNvSpPr>
            <a:spLocks noGrp="1"/>
          </p:cNvSpPr>
          <p:nvPr>
            <p:ph type="body" sz="quarter" idx="12"/>
          </p:nvPr>
        </p:nvSpPr>
        <p:spPr>
          <a:xfrm>
            <a:off x="423833" y="1307215"/>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312A7AA2-44EC-1EF1-ED87-C0775A9A7482}"/>
              </a:ext>
            </a:extLst>
          </p:cNvPr>
          <p:cNvSpPr>
            <a:spLocks noGrp="1"/>
          </p:cNvSpPr>
          <p:nvPr>
            <p:ph type="title" idx="4294967295"/>
          </p:nvPr>
        </p:nvSpPr>
        <p:spPr>
          <a:xfrm>
            <a:off x="425450" y="439738"/>
            <a:ext cx="4913313"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a:ln>
                  <a:noFill/>
                </a:ln>
                <a:solidFill>
                  <a:srgbClr val="060645"/>
                </a:solidFill>
                <a:effectLst/>
                <a:uLnTx/>
                <a:uFillTx/>
                <a:latin typeface="Poppins SemiBold"/>
                <a:ea typeface="+mn-ea"/>
                <a:cs typeface="Poppins SemiBold"/>
              </a:rPr>
              <a:t>I belong in FASS</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9DE31398-2EF7-0FD6-FB4B-78DBFAED5604}"/>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F0EB254B-77D6-B50D-E44C-EC8ED6ED0823}"/>
              </a:ext>
            </a:extLst>
          </p:cNvPr>
          <p:cNvSpPr txBox="1">
            <a:spLocks/>
          </p:cNvSpPr>
          <p:nvPr/>
        </p:nvSpPr>
        <p:spPr>
          <a:xfrm>
            <a:off x="6542252" y="2580959"/>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82E8C44D-3C0F-C554-59F3-264C60DE7B42}"/>
              </a:ext>
            </a:extLst>
          </p:cNvPr>
          <p:cNvSpPr txBox="1">
            <a:spLocks/>
          </p:cNvSpPr>
          <p:nvPr/>
        </p:nvSpPr>
        <p:spPr>
          <a:xfrm>
            <a:off x="6542252" y="1000110"/>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Trialled an online 'Summer School' for Psychology &amp; Counselling students running over Summer 2025, with module information and a popular 'book club' thread.</a:t>
            </a:r>
          </a:p>
          <a:p>
            <a:pPr marL="285750" indent="-285750">
              <a:buFont typeface="Wingdings"/>
              <a:buChar char="Ø"/>
            </a:pPr>
            <a:r>
              <a:rPr lang="en-GB" sz="1400" i="1">
                <a:latin typeface="Poppins"/>
                <a:cs typeface="Poppins"/>
              </a:rPr>
              <a:t>A FASS Student is editing a student-facing FASS newsletter.</a:t>
            </a: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70F52140-A2FE-319E-8B57-48A0D1B3A91F}"/>
              </a:ext>
            </a:extLst>
          </p:cNvPr>
          <p:cNvSpPr txBox="1">
            <a:spLocks/>
          </p:cNvSpPr>
          <p:nvPr/>
        </p:nvSpPr>
        <p:spPr>
          <a:xfrm>
            <a:off x="423283" y="1714658"/>
            <a:ext cx="5524834" cy="4356277"/>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It is sometimes difficult to identify the range of additional activities running at School/ Board of Studies level.</a:t>
            </a:r>
          </a:p>
          <a:p>
            <a:pPr marL="285750" indent="-285750">
              <a:buFont typeface="Wingdings"/>
              <a:buChar char="Ø"/>
            </a:pPr>
            <a:r>
              <a:rPr lang="en-GB" sz="1400" i="1">
                <a:latin typeface="Poppins  "/>
                <a:cs typeface="Poppins"/>
              </a:rPr>
              <a:t>You welcome the opportunity to connect with other students, including through face-to-face opportunities... but you are concerned that there are not enough of these events running in more locations.</a:t>
            </a:r>
            <a:endParaRPr lang="en-GB" sz="1400" i="1">
              <a:latin typeface="Poppins  "/>
            </a:endParaRPr>
          </a:p>
          <a:p>
            <a:pPr marL="285750" indent="-285750">
              <a:buFont typeface="Wingdings"/>
              <a:buChar char="Ø"/>
            </a:pPr>
            <a:r>
              <a:rPr lang="en-GB" sz="1400" i="1">
                <a:latin typeface="Poppins  "/>
                <a:cs typeface="Poppins"/>
              </a:rPr>
              <a:t>The summer months are quiet if you study mainly October start modules.</a:t>
            </a:r>
          </a:p>
          <a:p>
            <a:pPr marL="285750" indent="-285750">
              <a:buFont typeface="Wingdings"/>
              <a:buChar char="Ø"/>
            </a:pPr>
            <a:r>
              <a:rPr lang="en-GB" sz="1400" i="1">
                <a:latin typeface="Poppins  "/>
                <a:cs typeface="Poppins"/>
              </a:rPr>
              <a:t>There was an appetite to hear more news from Schools and other students in FASS.</a:t>
            </a:r>
          </a:p>
          <a:p>
            <a:pPr marL="285750" indent="-285750">
              <a:buFont typeface="Wingdings"/>
              <a:buChar char="Ø"/>
            </a:pPr>
            <a:r>
              <a:rPr lang="en-GB" sz="1400" i="1">
                <a:latin typeface="Poppins  "/>
                <a:cs typeface="Poppins"/>
              </a:rPr>
              <a:t>You'd appreciate an easy and accessible place to hang out and informally chat with other students.</a:t>
            </a:r>
          </a:p>
        </p:txBody>
      </p:sp>
      <p:sp>
        <p:nvSpPr>
          <p:cNvPr id="5" name="Text Placeholder 5">
            <a:extLst>
              <a:ext uri="{FF2B5EF4-FFF2-40B4-BE49-F238E27FC236}">
                <a16:creationId xmlns:a16="http://schemas.microsoft.com/office/drawing/2014/main" id="{E15E2565-5497-6DF8-E028-1BB0EAE63E2C}"/>
              </a:ext>
            </a:extLst>
          </p:cNvPr>
          <p:cNvSpPr txBox="1">
            <a:spLocks/>
          </p:cNvSpPr>
          <p:nvPr/>
        </p:nvSpPr>
        <p:spPr>
          <a:xfrm>
            <a:off x="6636036" y="3029926"/>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Review how messaging works, including making use of 'News' items sitting on module pages. </a:t>
            </a:r>
          </a:p>
          <a:p>
            <a:pPr marL="285750" indent="-285750">
              <a:buFont typeface="Wingdings"/>
              <a:buChar char="Ø"/>
            </a:pPr>
            <a:r>
              <a:rPr lang="en-GB" sz="1400" i="1">
                <a:solidFill>
                  <a:schemeClr val="tx1"/>
                </a:solidFill>
                <a:latin typeface="Poppins"/>
                <a:cs typeface="Poppins"/>
              </a:rPr>
              <a:t>Although there are no plans currently to expand the number/location of F2F Study Days, attention will be paid to the timing and visibility of online alternatives.</a:t>
            </a:r>
          </a:p>
          <a:p>
            <a:pPr marL="285750" indent="-285750">
              <a:buFont typeface="Wingdings"/>
              <a:buChar char="Ø"/>
            </a:pPr>
            <a:r>
              <a:rPr lang="en-GB" sz="1400" i="1">
                <a:solidFill>
                  <a:schemeClr val="tx1"/>
                </a:solidFill>
                <a:latin typeface="Poppins"/>
                <a:cs typeface="Poppins"/>
              </a:rPr>
              <a:t>Consider different ways to support community building.</a:t>
            </a:r>
          </a:p>
          <a:p>
            <a:pPr marL="285750" indent="-285750">
              <a:buFont typeface="Wingdings"/>
              <a:buChar char="Ø"/>
            </a:pPr>
            <a:r>
              <a:rPr lang="en-GB" sz="1400" i="1">
                <a:solidFill>
                  <a:schemeClr val="tx1"/>
                </a:solidFill>
                <a:latin typeface="Poppins"/>
                <a:cs typeface="Poppins"/>
              </a:rPr>
              <a:t>Review what spaces currently exist for informal contact online and consider what might be offered beyond modules (e.g. at qualification level). </a:t>
            </a:r>
            <a:endParaRPr lang="en-GB">
              <a:solidFill>
                <a:schemeClr val="tx1"/>
              </a:solidFill>
            </a:endParaRP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2283058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4B116-7E57-786B-6C10-5281CF658D4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9C25511-7CC1-B3BF-C54F-04CC425D4718}"/>
              </a:ext>
            </a:extLst>
          </p:cNvPr>
          <p:cNvSpPr>
            <a:spLocks noGrp="1"/>
          </p:cNvSpPr>
          <p:nvPr>
            <p:ph type="body" sz="quarter" idx="12"/>
          </p:nvPr>
        </p:nvSpPr>
        <p:spPr>
          <a:xfrm>
            <a:off x="413838" y="1566053"/>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37C3051F-73A1-6534-7752-DDE17C02CBD9}"/>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60645"/>
                </a:solidFill>
                <a:effectLst/>
                <a:uLnTx/>
                <a:uFillTx/>
                <a:latin typeface="Poppins SemiBold"/>
                <a:ea typeface="+mn-ea"/>
                <a:cs typeface="Poppins SemiBold"/>
              </a:rPr>
              <a:t>Curriculum development &amp; student voice</a:t>
            </a:r>
            <a:endParaRPr kumimoji="0" lang="en-US" sz="24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1" name="Text Placeholder 1">
            <a:extLst>
              <a:ext uri="{FF2B5EF4-FFF2-40B4-BE49-F238E27FC236}">
                <a16:creationId xmlns:a16="http://schemas.microsoft.com/office/drawing/2014/main" id="{0884ACA9-9C15-0E7C-F251-50C1AD9BE5B4}"/>
              </a:ext>
            </a:extLst>
          </p:cNvPr>
          <p:cNvSpPr txBox="1">
            <a:spLocks/>
          </p:cNvSpPr>
          <p:nvPr/>
        </p:nvSpPr>
        <p:spPr>
          <a:xfrm>
            <a:off x="6395360" y="51176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5" name="Text Placeholder 5">
            <a:extLst>
              <a:ext uri="{FF2B5EF4-FFF2-40B4-BE49-F238E27FC236}">
                <a16:creationId xmlns:a16="http://schemas.microsoft.com/office/drawing/2014/main" id="{7224EA9B-AC5E-8042-8570-0067B3885C3E}"/>
              </a:ext>
            </a:extLst>
          </p:cNvPr>
          <p:cNvSpPr txBox="1">
            <a:spLocks/>
          </p:cNvSpPr>
          <p:nvPr/>
        </p:nvSpPr>
        <p:spPr>
          <a:xfrm>
            <a:off x="411738" y="2061023"/>
            <a:ext cx="5524834"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You were really interested to hear of all the ways in which Student Voice is embedded in our curriculum development.</a:t>
            </a:r>
            <a:endParaRPr lang="en-GB" sz="1400" i="1">
              <a:latin typeface="Poppins  "/>
            </a:endParaRPr>
          </a:p>
          <a:p>
            <a:pPr marL="285750" indent="-285750">
              <a:buFont typeface="Wingdings"/>
              <a:buChar char="Ø"/>
            </a:pPr>
            <a:r>
              <a:rPr lang="en-GB" sz="1400" i="1">
                <a:latin typeface="Poppins  "/>
                <a:cs typeface="Poppins"/>
              </a:rPr>
              <a:t>Attendees were reassured that we have student representation in the following ways:</a:t>
            </a:r>
            <a:endParaRPr lang="en-GB" sz="1400" i="1">
              <a:latin typeface="Poppins  "/>
            </a:endParaRPr>
          </a:p>
          <a:p>
            <a:pPr marL="685800" lvl="1" indent="-228600">
              <a:spcAft>
                <a:spcPts val="601"/>
              </a:spcAft>
              <a:buFont typeface="Courier New"/>
              <a:buChar char="o"/>
            </a:pPr>
            <a:r>
              <a:rPr lang="en-GB" sz="1400" i="1">
                <a:solidFill>
                  <a:srgbClr val="060645"/>
                </a:solidFill>
                <a:latin typeface="Poppins  "/>
                <a:cs typeface="Poppins"/>
              </a:rPr>
              <a:t>On committees and as part of governance;</a:t>
            </a:r>
          </a:p>
          <a:p>
            <a:pPr marL="685800" lvl="1" indent="-228600">
              <a:buFont typeface="Courier New"/>
              <a:buChar char="o"/>
            </a:pPr>
            <a:r>
              <a:rPr lang="en-GB" sz="1400" i="1">
                <a:solidFill>
                  <a:srgbClr val="060645"/>
                </a:solidFill>
                <a:latin typeface="Poppins  "/>
                <a:cs typeface="Poppins"/>
              </a:rPr>
              <a:t>As critical readers and developmental testers in module production;</a:t>
            </a:r>
            <a:endParaRPr lang="en-GB" sz="1400" i="1">
              <a:latin typeface="Poppins  "/>
            </a:endParaRPr>
          </a:p>
          <a:p>
            <a:pPr marL="685800" lvl="1" indent="-228600">
              <a:buFont typeface="Courier New"/>
              <a:buChar char="o"/>
            </a:pPr>
            <a:r>
              <a:rPr lang="en-GB" sz="1400" i="1">
                <a:solidFill>
                  <a:srgbClr val="060645"/>
                </a:solidFill>
                <a:latin typeface="Poppins  "/>
                <a:cs typeface="Poppins"/>
              </a:rPr>
              <a:t>Through use of special forums and consultation with students as we develop new curriculum.</a:t>
            </a: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6F5FFA32-D131-8F65-55A0-5EC185DF4B04}"/>
              </a:ext>
            </a:extLst>
          </p:cNvPr>
          <p:cNvSpPr txBox="1">
            <a:spLocks/>
          </p:cNvSpPr>
          <p:nvPr/>
        </p:nvSpPr>
        <p:spPr>
          <a:xfrm>
            <a:off x="6395360" y="987709"/>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solidFill>
                  <a:schemeClr val="tx1"/>
                </a:solidFill>
                <a:latin typeface="Poppins"/>
                <a:cs typeface="Poppins"/>
              </a:rPr>
              <a:t>Continue to embed Student Voice at every stage of curriculum development.</a:t>
            </a:r>
            <a:endParaRPr lang="en-US">
              <a:solidFill>
                <a:schemeClr val="tx1"/>
              </a:solidFill>
              <a:latin typeface="Poppins"/>
              <a:cs typeface="Poppins"/>
            </a:endParaRPr>
          </a:p>
          <a:p>
            <a:pPr marL="285750" indent="-285750">
              <a:buFont typeface="Wingdings"/>
              <a:buChar char="Ø"/>
            </a:pPr>
            <a:r>
              <a:rPr lang="en-GB" sz="1400" i="1">
                <a:solidFill>
                  <a:schemeClr val="tx1"/>
                </a:solidFill>
                <a:latin typeface="Poppins"/>
                <a:cs typeface="Poppins"/>
              </a:rPr>
              <a:t>Continue to value student voice and be informed by the Student Charter.</a:t>
            </a:r>
          </a:p>
          <a:p>
            <a:pPr marL="285750" indent="-285750">
              <a:buFont typeface="Wingdings"/>
              <a:buChar char="Ø"/>
            </a:pPr>
            <a:endParaRPr lang="en-GB" sz="1400" i="1">
              <a:latin typeface="Poppins"/>
              <a:cs typeface="Poppins"/>
            </a:endParaRPr>
          </a:p>
          <a:p>
            <a:pPr marL="285750" indent="-285750">
              <a:buFont typeface="Wingdings"/>
              <a:buChar char="Ø"/>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4227300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24034-E807-C711-D714-6392C80136B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B94038-7AD3-FFDE-7F6D-11400B8397A3}"/>
              </a:ext>
            </a:extLst>
          </p:cNvPr>
          <p:cNvSpPr>
            <a:spLocks noGrp="1"/>
          </p:cNvSpPr>
          <p:nvPr>
            <p:ph type="body" sz="quarter" idx="12"/>
          </p:nvPr>
        </p:nvSpPr>
        <p:spPr>
          <a:xfrm>
            <a:off x="412288" y="1191761"/>
            <a:ext cx="4325806" cy="289311"/>
          </a:xfrm>
        </p:spPr>
        <p:txBody>
          <a:bodyPr lIns="91440" tIns="45720" rIns="91440" bIns="45720" anchor="t">
            <a:noAutofit/>
          </a:bodyPr>
          <a:lstStyle/>
          <a:p>
            <a:r>
              <a:rPr lang="en-GB" sz="1800">
                <a:latin typeface="Poppins SemiBold"/>
                <a:cs typeface="Poppins SemiBold"/>
              </a:rPr>
              <a:t>You told us that:</a:t>
            </a:r>
            <a:endParaRPr lang="en-US" sz="1800">
              <a:latin typeface="Poppins SemiBold"/>
              <a:cs typeface="Poppins SemiBold"/>
            </a:endParaRPr>
          </a:p>
        </p:txBody>
      </p:sp>
      <p:sp>
        <p:nvSpPr>
          <p:cNvPr id="6" name="Text Placeholder 5">
            <a:extLst>
              <a:ext uri="{FF2B5EF4-FFF2-40B4-BE49-F238E27FC236}">
                <a16:creationId xmlns:a16="http://schemas.microsoft.com/office/drawing/2014/main" id="{FBFEB746-19D0-6B5A-6513-2203386A75AA}"/>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Learning by doing</a:t>
            </a:r>
            <a:endParaRPr kumimoji="0" lang="en-US" sz="3001"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0" name="Text Placeholder 1">
            <a:extLst>
              <a:ext uri="{FF2B5EF4-FFF2-40B4-BE49-F238E27FC236}">
                <a16:creationId xmlns:a16="http://schemas.microsoft.com/office/drawing/2014/main" id="{A72EE4CD-ED95-43AD-8435-1EF4116F2722}"/>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have:</a:t>
            </a:r>
          </a:p>
        </p:txBody>
      </p:sp>
      <p:sp>
        <p:nvSpPr>
          <p:cNvPr id="11" name="Text Placeholder 1">
            <a:extLst>
              <a:ext uri="{FF2B5EF4-FFF2-40B4-BE49-F238E27FC236}">
                <a16:creationId xmlns:a16="http://schemas.microsoft.com/office/drawing/2014/main" id="{96340715-6B1F-5635-405C-F45AF64AF5B5}"/>
              </a:ext>
            </a:extLst>
          </p:cNvPr>
          <p:cNvSpPr txBox="1">
            <a:spLocks/>
          </p:cNvSpPr>
          <p:nvPr/>
        </p:nvSpPr>
        <p:spPr>
          <a:xfrm>
            <a:off x="6542252" y="2659311"/>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We will:</a:t>
            </a:r>
          </a:p>
        </p:txBody>
      </p:sp>
      <p:sp>
        <p:nvSpPr>
          <p:cNvPr id="12" name="Text Placeholder 5">
            <a:extLst>
              <a:ext uri="{FF2B5EF4-FFF2-40B4-BE49-F238E27FC236}">
                <a16:creationId xmlns:a16="http://schemas.microsoft.com/office/drawing/2014/main" id="{1C79DCEE-9CFB-7B19-9769-082EFF0821C7}"/>
              </a:ext>
            </a:extLst>
          </p:cNvPr>
          <p:cNvSpPr txBox="1">
            <a:spLocks/>
          </p:cNvSpPr>
          <p:nvPr/>
        </p:nvSpPr>
        <p:spPr>
          <a:xfrm>
            <a:off x="6542252" y="1058725"/>
            <a:ext cx="5362350" cy="1983902"/>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Shared your feedback with our Employability Strategy Steering Group and other University groups creating and supporting the OU’s work experience programme.</a:t>
            </a:r>
            <a:endParaRPr lang="en-GB" sz="1400" i="1"/>
          </a:p>
          <a:p>
            <a:pPr marL="285750" indent="-285750">
              <a:buFont typeface="Wingdings"/>
              <a:buChar char="Ø"/>
            </a:pPr>
            <a:r>
              <a:rPr lang="en-GB" sz="1400" i="1">
                <a:latin typeface="Poppins"/>
                <a:cs typeface="Poppins"/>
              </a:rPr>
              <a:t>Incorporated your feedback into the launch of the Build your Work Experience resources on the OU’s </a:t>
            </a:r>
            <a:r>
              <a:rPr lang="en-GB" sz="1400" i="1" err="1">
                <a:latin typeface="Poppins"/>
                <a:cs typeface="Poppins"/>
                <a:hlinkClick r:id="rId3"/>
              </a:rPr>
              <a:t>OpportunityHub</a:t>
            </a:r>
            <a:r>
              <a:rPr lang="en-GB" sz="1400" i="1">
                <a:latin typeface="Poppins"/>
                <a:cs typeface="Poppins"/>
              </a:rPr>
              <a:t>.</a:t>
            </a:r>
          </a:p>
          <a:p>
            <a:pPr marL="285750" indent="-285750">
              <a:buFont typeface="Wingdings"/>
              <a:buChar char="Ø"/>
            </a:pPr>
            <a:endParaRPr lang="en-GB" sz="1400" i="1">
              <a:latin typeface="Poppins"/>
              <a:cs typeface="Poppins"/>
            </a:endParaRPr>
          </a:p>
          <a:p>
            <a:pPr marL="285750" indent="-285750">
              <a:buFont typeface="Wingdings"/>
              <a:buChar char="Ø"/>
            </a:pPr>
            <a:endParaRPr lang="en-GB" sz="1400" i="1">
              <a:latin typeface="Poppins"/>
              <a:cs typeface="Poppins"/>
            </a:endParaRPr>
          </a:p>
          <a:p>
            <a:pPr marL="0" indent="0">
              <a:buNone/>
            </a:pPr>
            <a:endParaRPr lang="en-GB" sz="1400" i="1">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a:latin typeface="Poppins"/>
              <a:cs typeface="Poppins"/>
            </a:endParaRPr>
          </a:p>
          <a:p>
            <a:pPr marL="0" indent="0">
              <a:buNone/>
            </a:pPr>
            <a:endParaRPr lang="en-GB">
              <a:latin typeface="Poppins"/>
              <a:cs typeface="Poppins"/>
            </a:endParaRP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E4B79B1F-3D97-C1BB-0344-59AF5F86AECE}"/>
              </a:ext>
            </a:extLst>
          </p:cNvPr>
          <p:cNvSpPr txBox="1">
            <a:spLocks/>
          </p:cNvSpPr>
          <p:nvPr/>
        </p:nvSpPr>
        <p:spPr>
          <a:xfrm>
            <a:off x="411738" y="1760840"/>
            <a:ext cx="5524834" cy="335979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You find doing work experience incredibly valuable for developing your skills, knowledge and experience in new work and industry settings.</a:t>
            </a:r>
          </a:p>
          <a:p>
            <a:pPr marL="285750" indent="-285750">
              <a:buFont typeface="Wingdings"/>
              <a:buChar char="Ø"/>
            </a:pPr>
            <a:r>
              <a:rPr lang="en-GB" sz="1400" i="1">
                <a:latin typeface="Poppins  "/>
                <a:cs typeface="Poppins"/>
              </a:rPr>
              <a:t>You could use more guidance in how to get started with work experience and finding out about new opportunities.</a:t>
            </a:r>
          </a:p>
          <a:p>
            <a:pPr marL="285750" indent="-285750">
              <a:buFont typeface="Wingdings"/>
              <a:buChar char="Ø"/>
            </a:pPr>
            <a:r>
              <a:rPr lang="en-GB" sz="1400" i="1">
                <a:latin typeface="Poppins  "/>
                <a:cs typeface="Poppins"/>
              </a:rPr>
              <a:t>Values are important to you when selecting an employer for work experience or career.</a:t>
            </a:r>
          </a:p>
          <a:p>
            <a:pPr marL="285750" indent="-285750">
              <a:buFont typeface="Wingdings"/>
              <a:buChar char="Ø"/>
            </a:pPr>
            <a:r>
              <a:rPr lang="en-GB" sz="1400" i="1">
                <a:latin typeface="Poppins  "/>
                <a:cs typeface="Poppins"/>
              </a:rPr>
              <a:t>You welcome more hybrid, flexible and remote options for work experience in a broader range of fields.</a:t>
            </a:r>
          </a:p>
          <a:p>
            <a:pPr marL="285750" indent="-285750">
              <a:buFont typeface="Wingdings"/>
              <a:buChar char="Ø"/>
            </a:pPr>
            <a:r>
              <a:rPr lang="en-GB" sz="1400" i="1">
                <a:latin typeface="Poppins  "/>
                <a:cs typeface="Poppins"/>
              </a:rPr>
              <a:t>You value support for neurodivergence and mental health in work experience opportunities. </a:t>
            </a:r>
            <a:endParaRPr lang="en-US"/>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5" name="Text Placeholder 5">
            <a:extLst>
              <a:ext uri="{FF2B5EF4-FFF2-40B4-BE49-F238E27FC236}">
                <a16:creationId xmlns:a16="http://schemas.microsoft.com/office/drawing/2014/main" id="{07258155-9A21-F6ED-87FB-88C5C466FBA7}"/>
              </a:ext>
            </a:extLst>
          </p:cNvPr>
          <p:cNvSpPr txBox="1">
            <a:spLocks/>
          </p:cNvSpPr>
          <p:nvPr/>
        </p:nvSpPr>
        <p:spPr>
          <a:xfrm>
            <a:off x="6542252" y="3281346"/>
            <a:ext cx="5171850"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Build stronger links between faculties and the OU’s Careers and Employability Service to ensure students have access to work experience information related to their discipline.</a:t>
            </a:r>
          </a:p>
          <a:p>
            <a:pPr marL="285750" indent="-285750">
              <a:buFont typeface="Wingdings"/>
              <a:buChar char="Ø"/>
            </a:pPr>
            <a:r>
              <a:rPr lang="en-GB" sz="1400" i="1">
                <a:latin typeface="Poppins"/>
                <a:cs typeface="Poppins"/>
              </a:rPr>
              <a:t>Make more prominent information, advice and guidance available on the OU’s </a:t>
            </a:r>
            <a:r>
              <a:rPr lang="en-GB" sz="1400" i="1" err="1">
                <a:latin typeface="Poppins"/>
                <a:cs typeface="Poppins"/>
              </a:rPr>
              <a:t>OpportunityHub</a:t>
            </a:r>
            <a:r>
              <a:rPr lang="en-GB" sz="1400" i="1">
                <a:latin typeface="Poppins"/>
                <a:cs typeface="Poppins"/>
              </a:rPr>
              <a:t> about how to get started with work experience.</a:t>
            </a:r>
          </a:p>
          <a:p>
            <a:pPr marL="285750" indent="-285750">
              <a:buFont typeface="Wingdings"/>
              <a:buChar char="Ø"/>
            </a:pPr>
            <a:r>
              <a:rPr lang="en-GB" sz="1400" i="1">
                <a:latin typeface="Poppins"/>
                <a:cs typeface="Poppins"/>
              </a:rPr>
              <a:t>Develop partnerships with employers that support many different types of work experience opportunities in a broad range sectors and industries to help you meet your goals.</a:t>
            </a:r>
          </a:p>
          <a:p>
            <a:pPr marL="285750" indent="-285750">
              <a:buFont typeface="Wingdings"/>
              <a:buChar char="Ø"/>
            </a:pPr>
            <a:endParaRPr lang="en-GB" sz="1400" i="1">
              <a:solidFill>
                <a:schemeClr val="tx1"/>
              </a:solidFill>
              <a:latin typeface="Poppins"/>
              <a:cs typeface="Poppins"/>
            </a:endParaRPr>
          </a:p>
          <a:p>
            <a:pPr marL="285750" indent="-285750">
              <a:buFont typeface="Wingdings"/>
              <a:buChar char="Ø"/>
            </a:pPr>
            <a:endParaRPr lang="en-GB" sz="1400">
              <a:latin typeface="Poppins"/>
              <a:cs typeface="Poppins"/>
            </a:endParaRPr>
          </a:p>
          <a:p>
            <a:pPr marL="285750" indent="-285750">
              <a:buFont typeface="Wingdings"/>
              <a:buChar char="Ø"/>
            </a:pPr>
            <a:endParaRPr lang="en-GB" sz="1400">
              <a:latin typeface="Poppins"/>
              <a:cs typeface="Poppins"/>
            </a:endParaRPr>
          </a:p>
          <a:p>
            <a:pPr marL="0" indent="0">
              <a:buNone/>
            </a:pPr>
            <a:endParaRPr lang="en-GB" sz="1400">
              <a:latin typeface="Poppins"/>
              <a:cs typeface="Poppins"/>
            </a:endParaRPr>
          </a:p>
          <a:p>
            <a:pPr marL="285750" indent="-285750">
              <a:buFont typeface="Wingdings"/>
              <a:buChar char="Ø"/>
            </a:pPr>
            <a:endParaRPr lang="en-GB" sz="1400">
              <a:latin typeface="Poppins"/>
              <a:cs typeface="Poppins"/>
            </a:endParaRPr>
          </a:p>
        </p:txBody>
      </p:sp>
    </p:spTree>
    <p:extLst>
      <p:ext uri="{BB962C8B-B14F-4D97-AF65-F5344CB8AC3E}">
        <p14:creationId xmlns:p14="http://schemas.microsoft.com/office/powerpoint/2010/main" val="42387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B73DE-A20F-B42A-22C4-0FF8280EDCB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FE3EDF-D7FC-5EBB-2883-355FAA94E5BC}"/>
              </a:ext>
            </a:extLst>
          </p:cNvPr>
          <p:cNvSpPr>
            <a:spLocks noGrp="1"/>
          </p:cNvSpPr>
          <p:nvPr>
            <p:ph type="body" sz="quarter" idx="12"/>
          </p:nvPr>
        </p:nvSpPr>
        <p:spPr>
          <a:xfrm>
            <a:off x="411738" y="914069"/>
            <a:ext cx="4325806" cy="289311"/>
          </a:xfrm>
        </p:spPr>
        <p:txBody>
          <a:bodyPr lIns="91440" tIns="45720" rIns="91440" bIns="45720" anchor="t">
            <a:noAutofit/>
          </a:bodyPr>
          <a:lstStyle/>
          <a:p>
            <a:r>
              <a:rPr lang="en-GB" sz="1800">
                <a:latin typeface="Poppins SemiBold"/>
                <a:cs typeface="Poppins SemiBold"/>
              </a:rPr>
              <a:t>You asked:</a:t>
            </a:r>
            <a:endParaRPr lang="en-US" sz="1800">
              <a:latin typeface="Poppins SemiBold"/>
              <a:cs typeface="Poppins SemiBold"/>
            </a:endParaRPr>
          </a:p>
        </p:txBody>
      </p:sp>
      <p:sp>
        <p:nvSpPr>
          <p:cNvPr id="4" name="Text Placeholder 3">
            <a:extLst>
              <a:ext uri="{FF2B5EF4-FFF2-40B4-BE49-F238E27FC236}">
                <a16:creationId xmlns:a16="http://schemas.microsoft.com/office/drawing/2014/main" id="{6A4E232E-F9EE-2FC4-21AF-B912714D6B1B}"/>
              </a:ext>
            </a:extLst>
          </p:cNvPr>
          <p:cNvSpPr>
            <a:spLocks noGrp="1"/>
          </p:cNvSpPr>
          <p:nvPr>
            <p:ph type="title" idx="4294967295"/>
          </p:nvPr>
        </p:nvSpPr>
        <p:spPr>
          <a:xfrm>
            <a:off x="414338" y="404813"/>
            <a:ext cx="4913312" cy="4968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Ask the Deans</a:t>
            </a:r>
          </a:p>
        </p:txBody>
      </p:sp>
      <p:sp>
        <p:nvSpPr>
          <p:cNvPr id="10" name="Text Placeholder 1">
            <a:extLst>
              <a:ext uri="{FF2B5EF4-FFF2-40B4-BE49-F238E27FC236}">
                <a16:creationId xmlns:a16="http://schemas.microsoft.com/office/drawing/2014/main" id="{66185964-0157-B96A-B5B4-70E7FB7EAD77}"/>
              </a:ext>
            </a:extLst>
          </p:cNvPr>
          <p:cNvSpPr txBox="1">
            <a:spLocks/>
          </p:cNvSpPr>
          <p:nvPr/>
        </p:nvSpPr>
        <p:spPr>
          <a:xfrm>
            <a:off x="6542252" y="544456"/>
            <a:ext cx="4325806" cy="289311"/>
          </a:xfrm>
          <a:prstGeom prst="rect">
            <a:avLst/>
          </a:prstGeom>
        </p:spPr>
        <p:txBody>
          <a:bodyPr lIns="91440" tIns="45720" rIns="91440" bIns="45720" anchor="t">
            <a:noAutofit/>
          </a:bodyPr>
          <a:lstStyle>
            <a:lvl1pPr marL="0" indent="0" algn="l" defTabSz="914423" rtl="0" eaLnBrk="1" latinLnBrk="0" hangingPunct="1">
              <a:lnSpc>
                <a:spcPct val="110000"/>
              </a:lnSpc>
              <a:spcBef>
                <a:spcPts val="0"/>
              </a:spcBef>
              <a:spcAft>
                <a:spcPts val="601"/>
              </a:spcAft>
              <a:buFont typeface="Arial" panose="020B0604020202020204" pitchFamily="34" charset="0"/>
              <a:buNone/>
              <a:defRPr sz="1801" b="1"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r>
              <a:rPr lang="en-GB" sz="1800">
                <a:latin typeface="Poppins SemiBold"/>
                <a:cs typeface="Poppins"/>
              </a:rPr>
              <a:t>Our response:</a:t>
            </a:r>
          </a:p>
        </p:txBody>
      </p:sp>
      <p:sp>
        <p:nvSpPr>
          <p:cNvPr id="12" name="Text Placeholder 5">
            <a:extLst>
              <a:ext uri="{FF2B5EF4-FFF2-40B4-BE49-F238E27FC236}">
                <a16:creationId xmlns:a16="http://schemas.microsoft.com/office/drawing/2014/main" id="{BAC3179B-7513-3909-B1EE-3529ECDD5B9B}"/>
              </a:ext>
            </a:extLst>
          </p:cNvPr>
          <p:cNvSpPr txBox="1">
            <a:spLocks/>
          </p:cNvSpPr>
          <p:nvPr/>
        </p:nvSpPr>
        <p:spPr>
          <a:xfrm>
            <a:off x="6542252" y="1058725"/>
            <a:ext cx="5362350" cy="486029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a:cs typeface="Poppins"/>
              </a:rPr>
              <a:t>We are sorry that we were unable to answer your questions at the Ask the Deans session – the session was designed, with our Associate Deans on the panel,  to be focussed on learning and teaching, therefore  we were unable to address questions with a wider scope. </a:t>
            </a:r>
          </a:p>
          <a:p>
            <a:pPr marL="285750" indent="-285750">
              <a:buFont typeface="Wingdings"/>
              <a:buChar char="Ø"/>
            </a:pPr>
            <a:r>
              <a:rPr lang="en-GB" sz="1400" i="1">
                <a:latin typeface="Poppins"/>
                <a:cs typeface="Poppins"/>
              </a:rPr>
              <a:t>We have therefore passed your questions on to the relevant Executive Deans and their responses are reproduced in the upcoming pages.</a:t>
            </a:r>
          </a:p>
          <a:p>
            <a:pPr marL="285750" indent="-285750">
              <a:buFont typeface="Wingdings"/>
              <a:buChar char="Ø"/>
            </a:pPr>
            <a:endParaRPr lang="en-GB">
              <a:latin typeface="Poppins"/>
              <a:cs typeface="Poppins"/>
            </a:endParaRPr>
          </a:p>
        </p:txBody>
      </p:sp>
      <p:sp>
        <p:nvSpPr>
          <p:cNvPr id="15" name="Text Placeholder 5">
            <a:extLst>
              <a:ext uri="{FF2B5EF4-FFF2-40B4-BE49-F238E27FC236}">
                <a16:creationId xmlns:a16="http://schemas.microsoft.com/office/drawing/2014/main" id="{A2885264-D1F2-EED3-137E-C7A1F142655D}"/>
              </a:ext>
            </a:extLst>
          </p:cNvPr>
          <p:cNvSpPr txBox="1">
            <a:spLocks/>
          </p:cNvSpPr>
          <p:nvPr/>
        </p:nvSpPr>
        <p:spPr>
          <a:xfrm>
            <a:off x="104518" y="1307064"/>
            <a:ext cx="5808602"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Font typeface="Wingdings"/>
              <a:buChar char="Ø"/>
            </a:pPr>
            <a:r>
              <a:rPr lang="en-GB" sz="1400" i="1">
                <a:latin typeface="Poppins  "/>
                <a:cs typeface="Poppins"/>
              </a:rPr>
              <a:t>A range of questions were asked relating to the OU’s ethical partnerships. A small number are summarised below:</a:t>
            </a:r>
          </a:p>
          <a:p>
            <a:pPr marL="285750" indent="-285750">
              <a:buFont typeface="Wingdings"/>
              <a:buChar char="Ø"/>
            </a:pPr>
            <a:r>
              <a:rPr lang="en-GB" sz="1400" i="1">
                <a:latin typeface="Poppins  "/>
              </a:rPr>
              <a:t>Is the FASS team willing to conduct research on the current genocides happening in Palestine, Congo and Sudan despite the OU’s complicity in working with companies aiding the massacres?</a:t>
            </a:r>
          </a:p>
          <a:p>
            <a:pPr marL="285750" indent="-285750">
              <a:buFont typeface="Wingdings"/>
              <a:buChar char="Ø"/>
            </a:pPr>
            <a:r>
              <a:rPr lang="en-GB" sz="1400" i="1">
                <a:latin typeface="Poppins  "/>
              </a:rPr>
              <a:t>FBL teaches both corporate governance and international legal principles…does the FBL have any advice for the University on ensuring that student fees and University investments do not support companies that are implicated in violations of international humanitarian law?</a:t>
            </a:r>
          </a:p>
          <a:p>
            <a:pPr marL="285750" indent="-285750">
              <a:buFont typeface="Wingdings"/>
              <a:buChar char="Ø"/>
            </a:pPr>
            <a:r>
              <a:rPr lang="en-GB" sz="1400" i="1">
                <a:latin typeface="Poppins  "/>
              </a:rPr>
              <a:t>As the Dean of WELS is the “Vice-Chancellor’s Sponsor for Sustainability”, is he concerned about the environmental devastation caused by conflict…Is he concerned about the carbon footprint of rebuilding Gaza after it has been obliterated by arms produced by companies affiliated with the OU?</a:t>
            </a:r>
          </a:p>
          <a:p>
            <a:pPr marL="285750" indent="-285750">
              <a:buFont typeface="Wingdings"/>
              <a:buChar char="Ø"/>
            </a:pP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Tree>
    <p:extLst>
      <p:ext uri="{BB962C8B-B14F-4D97-AF65-F5344CB8AC3E}">
        <p14:creationId xmlns:p14="http://schemas.microsoft.com/office/powerpoint/2010/main" val="1815190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FEBD2-B2EA-AD21-9BED-61F263B1B0E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9BBF217-3EE4-C0F4-FAA9-290D0DBE2B57}"/>
              </a:ext>
            </a:extLst>
          </p:cNvPr>
          <p:cNvSpPr>
            <a:spLocks noGrp="1"/>
          </p:cNvSpPr>
          <p:nvPr>
            <p:ph type="title" idx="4294967295"/>
          </p:nvPr>
        </p:nvSpPr>
        <p:spPr>
          <a:xfrm>
            <a:off x="122238" y="147638"/>
            <a:ext cx="6424612" cy="54133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Ask the Deans: Questions about OU's External Partners </a:t>
            </a:r>
            <a:r>
              <a:rPr kumimoji="0" lang="en-US" sz="2400" b="0" i="0" u="none" strike="noStrike" kern="1200" cap="none" spc="0" normalizeH="0" baseline="0" noProof="0">
                <a:ln>
                  <a:noFill/>
                </a:ln>
                <a:solidFill>
                  <a:schemeClr val="tx1"/>
                </a:solidFill>
                <a:effectLst/>
                <a:uLnTx/>
                <a:uFillTx/>
                <a:latin typeface="Poppins SemiBold"/>
                <a:ea typeface="+mn-ea"/>
                <a:cs typeface="Poppins SemiBold"/>
              </a:rPr>
              <a:t>- </a:t>
            </a: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Faculty of Arts and Social Sciences Response</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GB" sz="30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5" name="Text Placeholder 5">
            <a:extLst>
              <a:ext uri="{FF2B5EF4-FFF2-40B4-BE49-F238E27FC236}">
                <a16:creationId xmlns:a16="http://schemas.microsoft.com/office/drawing/2014/main" id="{02026577-2617-B107-312D-D8FB1CEAB8FC}"/>
              </a:ext>
            </a:extLst>
          </p:cNvPr>
          <p:cNvSpPr txBox="1">
            <a:spLocks/>
          </p:cNvSpPr>
          <p:nvPr/>
        </p:nvSpPr>
        <p:spPr>
          <a:xfrm>
            <a:off x="120385" y="1588156"/>
            <a:ext cx="5816186"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buNone/>
            </a:pPr>
            <a:r>
              <a:rPr lang="en-GB" sz="1400">
                <a:latin typeface="Poppins"/>
                <a:cs typeface="Poppins"/>
              </a:rPr>
              <a:t>Colleagues in the Faculty of Arts and Social Sciences (FASS) recognise that the questions presented arise from deeply held ethical concerns and in response to the Faculty’s strong academic focus on global challenges, social justice and human rights. These are complex and sensitive issues, and Faculty leaders take seriously students’ engagement with them.</a:t>
            </a:r>
            <a:endParaRPr lang="en-US"/>
          </a:p>
          <a:p>
            <a:pPr marL="0" indent="0">
              <a:buNone/>
            </a:pPr>
            <a:r>
              <a:rPr lang="en-GB" sz="1400" b="1">
                <a:latin typeface="Poppins"/>
                <a:cs typeface="Poppins"/>
              </a:rPr>
              <a:t>Ethical partnerships and institutional governance</a:t>
            </a:r>
            <a:endParaRPr lang="en-GB" b="1"/>
          </a:p>
          <a:p>
            <a:pPr marL="285750" lvl="1" indent="-285750">
              <a:lnSpc>
                <a:spcPct val="110000"/>
              </a:lnSpc>
              <a:spcBef>
                <a:spcPts val="0"/>
              </a:spcBef>
              <a:spcAft>
                <a:spcPts val="601"/>
              </a:spcAft>
              <a:buFont typeface="Arial"/>
              <a:buChar char="•"/>
            </a:pPr>
            <a:r>
              <a:rPr lang="en-GB" sz="1400">
                <a:solidFill>
                  <a:srgbClr val="060645"/>
                </a:solidFill>
                <a:latin typeface="Poppins"/>
                <a:cs typeface="Poppins"/>
              </a:rPr>
              <a:t>FASS hosts a research centre dedicated to Global Challenges and Social Justice, and many of our researchers engage critically with issues of inequality, conflict, human rights and international law. This academic work is an important part of the University’s mission to be open to people, places, methods and ideas.</a:t>
            </a:r>
          </a:p>
          <a:p>
            <a:pPr marL="285750" lvl="1" indent="-285750">
              <a:lnSpc>
                <a:spcPct val="110000"/>
              </a:lnSpc>
              <a:spcBef>
                <a:spcPts val="0"/>
              </a:spcBef>
              <a:spcAft>
                <a:spcPts val="601"/>
              </a:spcAft>
              <a:buFont typeface="Arial"/>
              <a:buChar char="•"/>
            </a:pPr>
            <a:r>
              <a:rPr lang="en-GB" sz="1400">
                <a:solidFill>
                  <a:srgbClr val="060645"/>
                </a:solidFill>
                <a:latin typeface="Poppins"/>
                <a:cs typeface="Poppins"/>
              </a:rPr>
              <a:t>Decisions about the University’s partnerships and investments, including ethical frameworks and review mechanisms, are made at institutional level. </a:t>
            </a:r>
          </a:p>
          <a:p>
            <a:pPr marL="285750" indent="-285750">
              <a:buFont typeface="Wingdings"/>
              <a:buChar char="Ø"/>
            </a:pP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7" name="Text Placeholder 5">
            <a:extLst>
              <a:ext uri="{FF2B5EF4-FFF2-40B4-BE49-F238E27FC236}">
                <a16:creationId xmlns:a16="http://schemas.microsoft.com/office/drawing/2014/main" id="{E121D413-A93F-FA71-D21E-CC5F76D67421}"/>
              </a:ext>
            </a:extLst>
          </p:cNvPr>
          <p:cNvSpPr txBox="1">
            <a:spLocks/>
          </p:cNvSpPr>
          <p:nvPr/>
        </p:nvSpPr>
        <p:spPr>
          <a:xfrm>
            <a:off x="6216385" y="75360"/>
            <a:ext cx="5816186" cy="580727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lvl="1" indent="-285750">
              <a:lnSpc>
                <a:spcPct val="110000"/>
              </a:lnSpc>
              <a:spcBef>
                <a:spcPts val="0"/>
              </a:spcBef>
              <a:spcAft>
                <a:spcPts val="601"/>
              </a:spcAft>
              <a:buFont typeface="Arial"/>
              <a:buChar char="•"/>
            </a:pPr>
            <a:r>
              <a:rPr lang="en-GB" sz="1400">
                <a:solidFill>
                  <a:srgbClr val="060645"/>
                </a:solidFill>
                <a:latin typeface="Poppins"/>
                <a:cs typeface="Poppins"/>
              </a:rPr>
              <a:t>Decisions are led by the University’s Council and implemented collectively through the Vice-Chancellor’s Executive, in line with the OU’s charitable objectives, regulatory obligations and legal responsibilities. Individual Faculties, including FASS, do not take formal positions for or against specific University policies.</a:t>
            </a:r>
          </a:p>
          <a:p>
            <a:pPr marL="285750" lvl="1" indent="-285750">
              <a:lnSpc>
                <a:spcPct val="110000"/>
              </a:lnSpc>
              <a:spcBef>
                <a:spcPts val="0"/>
              </a:spcBef>
              <a:spcAft>
                <a:spcPts val="601"/>
              </a:spcAft>
              <a:buFont typeface="Arial"/>
              <a:buChar char="•"/>
            </a:pPr>
            <a:r>
              <a:rPr lang="en-GB" sz="1400">
                <a:solidFill>
                  <a:srgbClr val="060645"/>
                </a:solidFill>
                <a:latin typeface="Poppins"/>
                <a:cs typeface="Poppins"/>
              </a:rPr>
              <a:t>That said, the University does draw on academic expertise from across the institution, including researchers based in FASS, when considering complex ethical and global issues</a:t>
            </a:r>
            <a:r>
              <a:rPr lang="en-GB" sz="1400">
                <a:solidFill>
                  <a:schemeClr val="tx1"/>
                </a:solidFill>
                <a:cs typeface="Poppins"/>
              </a:rPr>
              <a:t>. </a:t>
            </a:r>
            <a:endParaRPr lang="en-GB" sz="1400">
              <a:solidFill>
                <a:schemeClr val="tx1"/>
              </a:solidFill>
            </a:endParaRPr>
          </a:p>
          <a:p>
            <a:pPr marL="0" indent="0">
              <a:buNone/>
            </a:pPr>
            <a:endParaRPr lang="en-GB" sz="1400">
              <a:latin typeface="Poppins"/>
              <a:cs typeface="Poppins"/>
            </a:endParaRPr>
          </a:p>
          <a:p>
            <a:pPr marL="0" indent="0">
              <a:buNone/>
            </a:pPr>
            <a:r>
              <a:rPr lang="en-GB" sz="1400" b="1">
                <a:latin typeface="Poppins"/>
                <a:cs typeface="Poppins"/>
              </a:rPr>
              <a:t>Research on conflict, genocide and humanitarian crises</a:t>
            </a:r>
            <a:endParaRPr lang="en-GB" b="1"/>
          </a:p>
          <a:p>
            <a:pPr marL="285750" indent="-285750">
              <a:buFont typeface="Arial"/>
              <a:buChar char="•"/>
            </a:pPr>
            <a:r>
              <a:rPr lang="en-GB" sz="1400">
                <a:latin typeface="Poppins"/>
                <a:cs typeface="Poppins"/>
              </a:rPr>
              <a:t>The Faculty supports academic freedom. Decisions about research topics are made by individual academics and individual research groups: they are not directed centrally by the Dean or the Faculty executive. </a:t>
            </a:r>
            <a:endParaRPr lang="en-GB"/>
          </a:p>
          <a:p>
            <a:pPr marL="285750" indent="-285750">
              <a:buFont typeface="Arial"/>
              <a:buChar char="•"/>
            </a:pPr>
            <a:r>
              <a:rPr lang="en-GB" sz="1400">
                <a:latin typeface="Poppins"/>
                <a:cs typeface="Poppins"/>
              </a:rPr>
              <a:t>Staff in FASS are free to pursue research on conflict, humanitarian crises and related issues, including work concerning Palestine, the Democratic Republic of Congo and Sudan, subject to normal ethical, legal and funding requirements.</a:t>
            </a:r>
            <a:endParaRPr lang="en-GB"/>
          </a:p>
          <a:p>
            <a:pPr marL="285750" indent="-285750">
              <a:buFont typeface="Arial"/>
              <a:buChar char="•"/>
            </a:pPr>
            <a:r>
              <a:rPr lang="en-GB" sz="1400">
                <a:latin typeface="Poppins"/>
                <a:cs typeface="Poppins"/>
              </a:rPr>
              <a:t>Research in these areas takes place across the University, reflecting the diversity of scholarly approaches and viewpoints within our community.</a:t>
            </a:r>
            <a:endParaRPr lang="en-GB"/>
          </a:p>
          <a:p>
            <a:pPr marL="285750" indent="-285750">
              <a:buFont typeface="Arial"/>
              <a:buChar char="•"/>
            </a:pPr>
            <a:endParaRPr lang="en-GB"/>
          </a:p>
        </p:txBody>
      </p:sp>
      <p:sp>
        <p:nvSpPr>
          <p:cNvPr id="2" name="TextBox 1">
            <a:extLst>
              <a:ext uri="{FF2B5EF4-FFF2-40B4-BE49-F238E27FC236}">
                <a16:creationId xmlns:a16="http://schemas.microsoft.com/office/drawing/2014/main" id="{5CF29447-A190-93C1-D72B-FA7415F06191}"/>
              </a:ext>
            </a:extLst>
          </p:cNvPr>
          <p:cNvSpPr txBox="1"/>
          <p:nvPr/>
        </p:nvSpPr>
        <p:spPr>
          <a:xfrm>
            <a:off x="7701280" y="6278881"/>
            <a:ext cx="2092960" cy="276999"/>
          </a:xfrm>
          <a:prstGeom prst="rect">
            <a:avLst/>
          </a:prstGeom>
          <a:noFill/>
        </p:spPr>
        <p:txBody>
          <a:bodyPr wrap="square" rtlCol="0">
            <a:spAutoFit/>
          </a:bodyPr>
          <a:lstStyle/>
          <a:p>
            <a:r>
              <a:rPr lang="en-GB" sz="1200"/>
              <a:t>Continued on next page.</a:t>
            </a:r>
          </a:p>
        </p:txBody>
      </p:sp>
    </p:spTree>
    <p:extLst>
      <p:ext uri="{BB962C8B-B14F-4D97-AF65-F5344CB8AC3E}">
        <p14:creationId xmlns:p14="http://schemas.microsoft.com/office/powerpoint/2010/main" val="4268167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E3AC-0800-C84B-069E-F56350269DE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4133D14-8A3B-ABBB-C9F1-977AD3166853}"/>
              </a:ext>
            </a:extLst>
          </p:cNvPr>
          <p:cNvSpPr>
            <a:spLocks noGrp="1"/>
          </p:cNvSpPr>
          <p:nvPr>
            <p:ph type="title" idx="4294967295"/>
          </p:nvPr>
        </p:nvSpPr>
        <p:spPr>
          <a:xfrm>
            <a:off x="122238" y="147638"/>
            <a:ext cx="5969000" cy="54133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Ask the Deans: Questions about OU's External Partners </a:t>
            </a:r>
            <a:r>
              <a:rPr kumimoji="0" lang="en-US" sz="2400" b="0" i="0" u="none" strike="noStrike" kern="1200" cap="none" spc="0" normalizeH="0" baseline="0" noProof="0">
                <a:ln>
                  <a:noFill/>
                </a:ln>
                <a:solidFill>
                  <a:schemeClr val="tx1"/>
                </a:solidFill>
                <a:effectLst/>
                <a:uLnTx/>
                <a:uFillTx/>
                <a:latin typeface="Poppins SemiBold"/>
                <a:ea typeface="+mn-ea"/>
                <a:cs typeface="Poppins SemiBold"/>
              </a:rPr>
              <a:t>- </a:t>
            </a: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Faculty of Arts and Social Sciences Response (continued)</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GB" sz="30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5" name="Text Placeholder 5">
            <a:extLst>
              <a:ext uri="{FF2B5EF4-FFF2-40B4-BE49-F238E27FC236}">
                <a16:creationId xmlns:a16="http://schemas.microsoft.com/office/drawing/2014/main" id="{DD4C1C00-80C2-783F-ABCD-A0F6C0A125AA}"/>
              </a:ext>
            </a:extLst>
          </p:cNvPr>
          <p:cNvSpPr txBox="1">
            <a:spLocks/>
          </p:cNvSpPr>
          <p:nvPr/>
        </p:nvSpPr>
        <p:spPr>
          <a:xfrm>
            <a:off x="122565" y="1908495"/>
            <a:ext cx="5816186"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buNone/>
            </a:pPr>
            <a:r>
              <a:rPr lang="en-GB" sz="1400" b="1">
                <a:latin typeface="Poppins"/>
                <a:cs typeface="Poppins"/>
              </a:rPr>
              <a:t>Dialogue and review</a:t>
            </a:r>
            <a:endParaRPr lang="en-US" b="1"/>
          </a:p>
          <a:p>
            <a:pPr marL="285750" indent="-285750">
              <a:buFont typeface="Arial,Sans-Serif"/>
              <a:buChar char="•"/>
            </a:pPr>
            <a:r>
              <a:rPr lang="en-GB" sz="1400">
                <a:latin typeface="Poppins"/>
                <a:cs typeface="Poppins"/>
              </a:rPr>
              <a:t>There are differing views within the OU community on ethical partnerships, investment and specific international conflicts. The University has established policies and governance structures in place, and these matters are kept under review. Concerns raised by students, and staff, continue to be shared with, and considered by, the appropriate institutional bodies.</a:t>
            </a:r>
            <a:endParaRPr lang="en-GB" sz="1400"/>
          </a:p>
          <a:p>
            <a:pPr marL="285750" indent="-285750">
              <a:buFont typeface="Arial,Sans-Serif"/>
              <a:buChar char="•"/>
            </a:pPr>
            <a:r>
              <a:rPr lang="en-GB" sz="1400">
                <a:latin typeface="Poppins"/>
                <a:cs typeface="Poppins"/>
              </a:rPr>
              <a:t>FASS leaders remain committed to supporting rigorous, independent research, to upholding academic freedom and to contributing expertise where appropriate, while operating within the University’s governance framework. We will continue to engage respectfully with students on these issues and to listen to concerns raised.</a:t>
            </a:r>
          </a:p>
          <a:p>
            <a:pPr marL="0" indent="0">
              <a:buNone/>
            </a:pPr>
            <a:r>
              <a:rPr lang="en-GB" sz="1400" b="1">
                <a:latin typeface="Poppins"/>
                <a:cs typeface="Poppins"/>
              </a:rPr>
              <a:t>Prof Adrienne Scullion, Executive Dean, FASS</a:t>
            </a:r>
          </a:p>
          <a:p>
            <a:pPr marL="0" indent="0">
              <a:buNone/>
            </a:pPr>
            <a:endParaRPr lang="en-GB" sz="1400">
              <a:latin typeface="Poppins"/>
              <a:cs typeface="Poppins"/>
            </a:endParaRPr>
          </a:p>
          <a:p>
            <a:pPr marL="285750" indent="-285750">
              <a:buFont typeface="Arial,Sans-Serif"/>
              <a:buChar char="•"/>
            </a:pPr>
            <a:endParaRPr lang="en-GB" sz="1400">
              <a:latin typeface="Poppins"/>
              <a:cs typeface="Poppins"/>
            </a:endParaRPr>
          </a:p>
          <a:p>
            <a:pPr marL="0" indent="0">
              <a:buNone/>
            </a:pPr>
            <a:endParaRPr lang="en-GB" sz="1400"/>
          </a:p>
          <a:p>
            <a:pPr marL="285750" indent="-285750">
              <a:buFont typeface="Wingdings"/>
              <a:buChar char="Ø"/>
            </a:pPr>
            <a:endParaRPr lang="en-GB" sz="1400" i="1">
              <a:latin typeface="Poppins  "/>
            </a:endParaRPr>
          </a:p>
          <a:p>
            <a:pPr marL="0" indent="0">
              <a:buNone/>
            </a:pPr>
            <a:endParaRPr lang="en-GB" sz="1400">
              <a:latin typeface="Poppins  "/>
            </a:endParaRPr>
          </a:p>
          <a:p>
            <a:pPr marL="285750" indent="-285750">
              <a:buFont typeface="Wingdings"/>
              <a:buChar char="Ø"/>
            </a:pPr>
            <a:endParaRPr lang="en-GB" sz="1400">
              <a:latin typeface="Poppins  "/>
            </a:endParaRPr>
          </a:p>
        </p:txBody>
      </p:sp>
      <p:sp>
        <p:nvSpPr>
          <p:cNvPr id="3" name="Text Placeholder 3">
            <a:extLst>
              <a:ext uri="{FF2B5EF4-FFF2-40B4-BE49-F238E27FC236}">
                <a16:creationId xmlns:a16="http://schemas.microsoft.com/office/drawing/2014/main" id="{9F32462F-2C19-D168-CBC2-E71BFF17DD5E}"/>
              </a:ext>
            </a:extLst>
          </p:cNvPr>
          <p:cNvSpPr txBox="1">
            <a:spLocks/>
          </p:cNvSpPr>
          <p:nvPr/>
        </p:nvSpPr>
        <p:spPr>
          <a:xfrm>
            <a:off x="6090818" y="142449"/>
            <a:ext cx="6424928" cy="541983"/>
          </a:xfrm>
          <a:prstGeom prst="rect">
            <a:avLst/>
          </a:prstGeom>
        </p:spPr>
        <p:txBody>
          <a:bodyPr vert="horz" lIns="91440" tIns="45720" rIns="91440" bIns="45720" rtlCol="0" anchor="t">
            <a:noAutofit/>
          </a:bodyPr>
          <a:lstStyle>
            <a:lvl1pPr marL="0" indent="0" algn="l" defTabSz="914400" rtl="0" eaLnBrk="1" latinLnBrk="0" hangingPunct="1">
              <a:lnSpc>
                <a:spcPct val="110000"/>
              </a:lnSpc>
              <a:spcBef>
                <a:spcPts val="1000"/>
              </a:spcBef>
              <a:buFont typeface="Arial" panose="020B0604020202020204" pitchFamily="34" charset="0"/>
              <a:buNone/>
              <a:defRPr sz="3001" b="1" i="0" kern="1200">
                <a:ln>
                  <a:noFill/>
                </a:ln>
                <a:solidFill>
                  <a:srgbClr val="060645"/>
                </a:solidFill>
                <a:latin typeface="Poppins SemiBold" pitchFamily="2" charset="77"/>
                <a:ea typeface="+mn-ea"/>
                <a:cs typeface="Poppins SemiBold"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Poppins"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Poppins"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ln>
                  <a:noFill/>
                </a:ln>
                <a:solidFill>
                  <a:schemeClr val="bg1"/>
                </a:solidFill>
                <a:latin typeface="Poppins"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ln>
                  <a:noFill/>
                </a:ln>
                <a:solidFill>
                  <a:schemeClr val="bg1"/>
                </a:solidFill>
                <a:latin typeface="Poppins"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0">
                <a:latin typeface="Poppins SemiBold"/>
                <a:cs typeface="Poppins SemiBold"/>
              </a:rPr>
              <a:t>Ask the Deans: Questions about OU's External Partne</a:t>
            </a:r>
            <a:r>
              <a:rPr lang="en-US" sz="2400" b="0">
                <a:solidFill>
                  <a:schemeClr val="tx1"/>
                </a:solidFill>
                <a:latin typeface="Poppins SemiBold"/>
                <a:cs typeface="Poppins SemiBold"/>
              </a:rPr>
              <a:t>rs - </a:t>
            </a:r>
            <a:r>
              <a:rPr lang="en-GB" sz="2400" b="0">
                <a:solidFill>
                  <a:schemeClr val="tx1"/>
                </a:solidFill>
                <a:latin typeface="Poppins SemiBold"/>
                <a:cs typeface="Poppins SemiBold"/>
              </a:rPr>
              <a:t>Faculty of Business and Law</a:t>
            </a:r>
            <a:endParaRPr lang="en-GB" sz="2400" b="0" err="1">
              <a:solidFill>
                <a:schemeClr val="tx1"/>
              </a:solidFill>
              <a:latin typeface="Poppins SemiBold"/>
              <a:cs typeface="Poppins SemiBold"/>
            </a:endParaRPr>
          </a:p>
          <a:p>
            <a:endParaRPr lang="en-GB" sz="3000"/>
          </a:p>
        </p:txBody>
      </p:sp>
      <p:sp>
        <p:nvSpPr>
          <p:cNvPr id="5" name="TextBox 4">
            <a:extLst>
              <a:ext uri="{FF2B5EF4-FFF2-40B4-BE49-F238E27FC236}">
                <a16:creationId xmlns:a16="http://schemas.microsoft.com/office/drawing/2014/main" id="{793539D4-B2A8-8800-61E8-415481171E43}"/>
              </a:ext>
            </a:extLst>
          </p:cNvPr>
          <p:cNvSpPr txBox="1"/>
          <p:nvPr/>
        </p:nvSpPr>
        <p:spPr>
          <a:xfrm>
            <a:off x="6252882" y="1591235"/>
            <a:ext cx="5614148" cy="32070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23">
              <a:lnSpc>
                <a:spcPct val="110000"/>
              </a:lnSpc>
              <a:spcAft>
                <a:spcPts val="601"/>
              </a:spcAft>
            </a:pPr>
            <a:r>
              <a:rPr lang="en-US" sz="1400">
                <a:solidFill>
                  <a:srgbClr val="060645"/>
                </a:solidFill>
                <a:latin typeface="Poppins"/>
                <a:cs typeface="Poppins"/>
              </a:rPr>
              <a:t>University Secretary Dave Hall and Chief Financial Officer Paul Traynor continue to meet with representatives of the Divestment Campaign, the Friends of Palestine Society and UCU colleagues to listen to their concerns and are committed to continuing their dialogue with them. The Business Development Unit have a robust due diligence process around how we select new (commercial) partners and this considers the related reputational issues which lie within that. There’s always a need to keep partnerships under review to ensure that values alignment remains over time. The OU is engaged in this process. </a:t>
            </a:r>
          </a:p>
          <a:p>
            <a:endParaRPr lang="en-US" sz="1400">
              <a:cs typeface="Poppins"/>
            </a:endParaRPr>
          </a:p>
          <a:p>
            <a:r>
              <a:rPr lang="en-GB" sz="1400" b="1">
                <a:ea typeface="+mn-lt"/>
                <a:cs typeface="+mn-lt"/>
              </a:rPr>
              <a:t>Prof Mark Durkin</a:t>
            </a:r>
            <a:r>
              <a:rPr lang="en-GB" sz="1400" b="1">
                <a:cs typeface="Poppins"/>
              </a:rPr>
              <a:t>, Executive Dean, FBL</a:t>
            </a:r>
            <a:endParaRPr lang="en-US">
              <a:cs typeface="Poppins"/>
            </a:endParaRPr>
          </a:p>
        </p:txBody>
      </p:sp>
    </p:spTree>
    <p:extLst>
      <p:ext uri="{BB962C8B-B14F-4D97-AF65-F5344CB8AC3E}">
        <p14:creationId xmlns:p14="http://schemas.microsoft.com/office/powerpoint/2010/main" val="2606342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8B4B7-BC06-45CD-0D2E-B133BB5A099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AA7B84A-8656-0FE3-ECD3-1E06FDC8E575}"/>
              </a:ext>
            </a:extLst>
          </p:cNvPr>
          <p:cNvSpPr>
            <a:spLocks noGrp="1"/>
          </p:cNvSpPr>
          <p:nvPr>
            <p:ph type="title" idx="4294967295"/>
          </p:nvPr>
        </p:nvSpPr>
        <p:spPr>
          <a:xfrm>
            <a:off x="122238" y="147638"/>
            <a:ext cx="5976937" cy="98901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60645"/>
                </a:solidFill>
                <a:effectLst/>
                <a:uLnTx/>
                <a:uFillTx/>
                <a:latin typeface="Poppins SemiBold"/>
                <a:ea typeface="+mn-ea"/>
                <a:cs typeface="Poppins SemiBold"/>
              </a:rPr>
              <a:t>Ask the Deans: Questions about OU's External Partners - </a:t>
            </a:r>
            <a:r>
              <a:rPr kumimoji="0" lang="en-GB" sz="2400" b="0" i="0" u="none" strike="noStrike" kern="1200" cap="none" spc="0" normalizeH="0" baseline="0" noProof="0">
                <a:ln>
                  <a:noFill/>
                </a:ln>
                <a:solidFill>
                  <a:schemeClr val="tx1"/>
                </a:solidFill>
                <a:effectLst/>
                <a:uLnTx/>
                <a:uFillTx/>
                <a:latin typeface="Poppins SemiBold"/>
                <a:ea typeface="+mn-ea"/>
                <a:cs typeface="Poppins SemiBold"/>
              </a:rPr>
              <a:t>Faculty of Wellbeing, Education and Language Studies</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GB" sz="3000" b="1" i="0" u="none" strike="noStrike" kern="1200" cap="none" spc="0" normalizeH="0" baseline="0" noProof="0">
              <a:ln>
                <a:noFill/>
              </a:ln>
              <a:solidFill>
                <a:srgbClr val="060645"/>
              </a:solidFill>
              <a:effectLst/>
              <a:uLnTx/>
              <a:uFillTx/>
              <a:latin typeface="Poppins SemiBold" pitchFamily="2" charset="77"/>
              <a:ea typeface="+mn-ea"/>
              <a:cs typeface="Poppins SemiBold" pitchFamily="2" charset="77"/>
            </a:endParaRPr>
          </a:p>
        </p:txBody>
      </p:sp>
      <p:sp>
        <p:nvSpPr>
          <p:cNvPr id="15" name="Text Placeholder 5">
            <a:extLst>
              <a:ext uri="{FF2B5EF4-FFF2-40B4-BE49-F238E27FC236}">
                <a16:creationId xmlns:a16="http://schemas.microsoft.com/office/drawing/2014/main" id="{F912C2DA-AF66-7566-152E-4715A2C17C06}"/>
              </a:ext>
            </a:extLst>
          </p:cNvPr>
          <p:cNvSpPr txBox="1">
            <a:spLocks/>
          </p:cNvSpPr>
          <p:nvPr/>
        </p:nvSpPr>
        <p:spPr>
          <a:xfrm>
            <a:off x="120385" y="1913127"/>
            <a:ext cx="5816186"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lnSpc>
                <a:spcPct val="100000"/>
              </a:lnSpc>
              <a:spcAft>
                <a:spcPts val="0"/>
              </a:spcAft>
              <a:buNone/>
            </a:pPr>
            <a:r>
              <a:rPr lang="en-GB" sz="1400">
                <a:latin typeface="Poppins"/>
                <a:cs typeface="Poppins"/>
              </a:rPr>
              <a:t>As the Vice-Chancellor’s Sponsor for Sustainability I am</a:t>
            </a:r>
            <a:endParaRPr lang="en-US"/>
          </a:p>
          <a:p>
            <a:pPr marL="0" indent="0">
              <a:lnSpc>
                <a:spcPct val="100000"/>
              </a:lnSpc>
              <a:spcAft>
                <a:spcPts val="0"/>
              </a:spcAft>
              <a:buNone/>
            </a:pPr>
            <a:r>
              <a:rPr lang="en-GB" sz="1400">
                <a:latin typeface="Poppins"/>
                <a:cs typeface="Poppins"/>
              </a:rPr>
              <a:t>concerned about environmental devastation caused by</a:t>
            </a:r>
            <a:endParaRPr lang="en-US"/>
          </a:p>
          <a:p>
            <a:pPr marL="0" indent="0">
              <a:lnSpc>
                <a:spcPct val="100000"/>
              </a:lnSpc>
              <a:spcAft>
                <a:spcPts val="0"/>
              </a:spcAft>
              <a:buNone/>
            </a:pPr>
            <a:r>
              <a:rPr lang="en-GB" sz="1400">
                <a:latin typeface="Poppins"/>
                <a:cs typeface="Poppins"/>
              </a:rPr>
              <a:t>conflict wherever it is happening. Personally, but unlikely to be alone in this, I am also concerned about the carbon footprint of any destruction in conflict zones and the rebuilding that becomes necessary as a result. </a:t>
            </a:r>
            <a:endParaRPr lang="en-US"/>
          </a:p>
          <a:p>
            <a:pPr marL="0" indent="0">
              <a:lnSpc>
                <a:spcPct val="100000"/>
              </a:lnSpc>
              <a:spcAft>
                <a:spcPts val="0"/>
              </a:spcAft>
              <a:buNone/>
            </a:pPr>
            <a:endParaRPr lang="en-GB" sz="1400">
              <a:latin typeface="Poppins"/>
              <a:cs typeface="Poppins"/>
            </a:endParaRPr>
          </a:p>
          <a:p>
            <a:pPr marL="0" indent="0">
              <a:lnSpc>
                <a:spcPct val="100000"/>
              </a:lnSpc>
              <a:spcAft>
                <a:spcPts val="0"/>
              </a:spcAft>
              <a:buNone/>
            </a:pPr>
            <a:r>
              <a:rPr lang="en-GB" sz="1400">
                <a:latin typeface="Poppins"/>
                <a:cs typeface="Poppins"/>
              </a:rPr>
              <a:t>With regards to carbon footprint of specific industries and</a:t>
            </a:r>
            <a:endParaRPr lang="en-US"/>
          </a:p>
          <a:p>
            <a:pPr marL="0" indent="0">
              <a:lnSpc>
                <a:spcPct val="100000"/>
              </a:lnSpc>
              <a:spcAft>
                <a:spcPts val="0"/>
              </a:spcAft>
              <a:buNone/>
            </a:pPr>
            <a:r>
              <a:rPr lang="en-GB" sz="1400">
                <a:latin typeface="Poppins"/>
                <a:cs typeface="Poppins"/>
              </a:rPr>
              <a:t>manufacturers, I refer to the University’s statement about</a:t>
            </a:r>
            <a:endParaRPr lang="en-US"/>
          </a:p>
          <a:p>
            <a:pPr marL="0" indent="0">
              <a:lnSpc>
                <a:spcPct val="100000"/>
              </a:lnSpc>
              <a:spcAft>
                <a:spcPts val="0"/>
              </a:spcAft>
              <a:buNone/>
            </a:pPr>
            <a:r>
              <a:rPr lang="en-GB" sz="1400">
                <a:latin typeface="Poppins"/>
                <a:cs typeface="Poppins"/>
              </a:rPr>
              <a:t>employer engagement which covers sustainability as well as a wider set of obligations and actions.</a:t>
            </a:r>
            <a:endParaRPr lang="en-US"/>
          </a:p>
          <a:p>
            <a:pPr marL="0" indent="0">
              <a:lnSpc>
                <a:spcPct val="100000"/>
              </a:lnSpc>
              <a:spcAft>
                <a:spcPts val="0"/>
              </a:spcAft>
              <a:buNone/>
            </a:pPr>
            <a:endParaRPr lang="en-GB" sz="1400"/>
          </a:p>
          <a:p>
            <a:pPr marL="0" indent="0">
              <a:lnSpc>
                <a:spcPct val="100000"/>
              </a:lnSpc>
              <a:spcAft>
                <a:spcPts val="0"/>
              </a:spcAft>
              <a:buNone/>
            </a:pPr>
            <a:r>
              <a:rPr lang="en-GB" sz="1400">
                <a:latin typeface="Poppins"/>
                <a:cs typeface="Poppins"/>
              </a:rPr>
              <a:t>"Under OfS Condition B3.4, the Office for Students' (OfS) rule requiring </a:t>
            </a:r>
            <a:r>
              <a:rPr lang="en-GB" sz="1400">
                <a:solidFill>
                  <a:srgbClr val="FF8A77"/>
                </a:solidFill>
                <a:latin typeface="Poppins"/>
                <a:cs typeface="Poppins"/>
                <a:hlinkClick r:id="rId3"/>
              </a:rPr>
              <a:t>registered higher education providers</a:t>
            </a:r>
            <a:r>
              <a:rPr lang="en-GB" sz="1400">
                <a:latin typeface="Poppins"/>
                <a:cs typeface="Poppins"/>
              </a:rPr>
              <a:t> in England to deliver successful student outcomes, we also have a responsibility to support positive student outcomes, including employability.  </a:t>
            </a:r>
            <a:endParaRPr lang="en-GB">
              <a:latin typeface="Poppins"/>
              <a:cs typeface="Poppins"/>
            </a:endParaRPr>
          </a:p>
          <a:p>
            <a:pPr marL="285750" indent="0">
              <a:lnSpc>
                <a:spcPct val="100000"/>
              </a:lnSpc>
              <a:spcAft>
                <a:spcPts val="0"/>
              </a:spcAft>
              <a:buNone/>
            </a:pPr>
            <a:endParaRPr lang="en-GB"/>
          </a:p>
          <a:p>
            <a:pPr marL="285750" indent="0">
              <a:lnSpc>
                <a:spcPct val="100000"/>
              </a:lnSpc>
              <a:spcAft>
                <a:spcPts val="0"/>
              </a:spcAft>
              <a:buNone/>
            </a:pPr>
            <a:endParaRPr lang="en-GB" sz="1400"/>
          </a:p>
          <a:p>
            <a:pPr marL="0" indent="0">
              <a:lnSpc>
                <a:spcPct val="100000"/>
              </a:lnSpc>
              <a:spcAft>
                <a:spcPts val="0"/>
              </a:spcAft>
              <a:buNone/>
            </a:pPr>
            <a:endParaRPr lang="en-GB" sz="1400" b="1">
              <a:latin typeface="Poppins"/>
            </a:endParaRPr>
          </a:p>
        </p:txBody>
      </p:sp>
      <p:sp>
        <p:nvSpPr>
          <p:cNvPr id="2" name="TextBox 1">
            <a:extLst>
              <a:ext uri="{FF2B5EF4-FFF2-40B4-BE49-F238E27FC236}">
                <a16:creationId xmlns:a16="http://schemas.microsoft.com/office/drawing/2014/main" id="{67D76043-FBA9-B521-90C0-8A77F9410743}"/>
              </a:ext>
            </a:extLst>
          </p:cNvPr>
          <p:cNvSpPr txBox="1"/>
          <p:nvPr/>
        </p:nvSpPr>
        <p:spPr>
          <a:xfrm>
            <a:off x="6096000" y="-224118"/>
            <a:ext cx="5972736"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GB" sz="1400">
                <a:solidFill>
                  <a:srgbClr val="060645"/>
                </a:solidFill>
                <a:latin typeface="Poppins"/>
                <a:ea typeface="Segoe UI"/>
                <a:cs typeface="Segoe UI"/>
              </a:rPr>
              <a:t>​</a:t>
            </a:r>
          </a:p>
          <a:p>
            <a:pPr rtl="0"/>
            <a:endParaRPr lang="en-GB" sz="1400">
              <a:solidFill>
                <a:srgbClr val="060645"/>
              </a:solidFill>
              <a:latin typeface="Poppins"/>
              <a:ea typeface="Segoe UI"/>
              <a:cs typeface="Segoe UI"/>
            </a:endParaRPr>
          </a:p>
          <a:p>
            <a:pPr rtl="0"/>
            <a:r>
              <a:rPr lang="en-GB" sz="1400">
                <a:solidFill>
                  <a:srgbClr val="060645"/>
                </a:solidFill>
                <a:latin typeface="Poppins"/>
                <a:ea typeface="Segoe UI"/>
                <a:cs typeface="Segoe UI"/>
              </a:rPr>
              <a:t>​</a:t>
            </a:r>
          </a:p>
          <a:p>
            <a:pPr rtl="0"/>
            <a:r>
              <a:rPr lang="en-GB" sz="1400" baseline="0">
                <a:solidFill>
                  <a:srgbClr val="060645"/>
                </a:solidFill>
                <a:latin typeface="Poppins"/>
                <a:ea typeface="Segoe UI"/>
                <a:cs typeface="Segoe UI"/>
              </a:rPr>
              <a:t>"In our relationship with employers, we are led by the needs and demands of our students on the sectors and industries they are interested in. Many of our courses, particularly those designed in partnership with employers (such as apprenticeships or vocational routes), depend on relationships with a wide range of organisations across industries.  Limiting access to employers could result in reduced diversity of opportunities, and reputational or regulatory impacts on the institution as a whole.</a:t>
            </a:r>
            <a:r>
              <a:rPr lang="en-GB" sz="1400">
                <a:solidFill>
                  <a:srgbClr val="060645"/>
                </a:solidFill>
                <a:latin typeface="Poppins"/>
                <a:ea typeface="Segoe UI"/>
                <a:cs typeface="Segoe UI"/>
              </a:rPr>
              <a:t>​</a:t>
            </a:r>
          </a:p>
          <a:p>
            <a:pPr rtl="0"/>
            <a:r>
              <a:rPr lang="en-GB" sz="1400">
                <a:solidFill>
                  <a:srgbClr val="060645"/>
                </a:solidFill>
                <a:latin typeface="Poppins"/>
                <a:ea typeface="Segoe UI"/>
                <a:cs typeface="Segoe UI"/>
              </a:rPr>
              <a:t>​</a:t>
            </a:r>
          </a:p>
          <a:p>
            <a:pPr rtl="0"/>
            <a:r>
              <a:rPr lang="en-GB" sz="1400" baseline="0">
                <a:solidFill>
                  <a:srgbClr val="060645"/>
                </a:solidFill>
                <a:latin typeface="Poppins"/>
                <a:ea typeface="Segoe UI"/>
                <a:cs typeface="Segoe UI"/>
              </a:rPr>
              <a:t>"We also have duties under freedom of speech legislation and the Equality Act 2010. These require us to allow lawful expression of a wide range of views, even when those views are controversial or upsetting to some. While we always work to create a respectful and inclusive environment for all, we must also ensure that we do not unlawfully restrict views or opportunities based on political or philosophical beliefs.</a:t>
            </a:r>
            <a:r>
              <a:rPr lang="en-GB" sz="1400">
                <a:solidFill>
                  <a:srgbClr val="060645"/>
                </a:solidFill>
                <a:latin typeface="Poppins"/>
                <a:ea typeface="Segoe UI"/>
                <a:cs typeface="Segoe UI"/>
              </a:rPr>
              <a:t>​</a:t>
            </a:r>
          </a:p>
          <a:p>
            <a:pPr rtl="0"/>
            <a:r>
              <a:rPr lang="en-GB" sz="1400">
                <a:solidFill>
                  <a:srgbClr val="060645"/>
                </a:solidFill>
                <a:latin typeface="Poppins"/>
                <a:ea typeface="Segoe UI"/>
                <a:cs typeface="Segoe UI"/>
              </a:rPr>
              <a:t>​</a:t>
            </a:r>
          </a:p>
          <a:p>
            <a:pPr rtl="0"/>
            <a:r>
              <a:rPr lang="en-GB" sz="1400" baseline="0">
                <a:solidFill>
                  <a:srgbClr val="060645"/>
                </a:solidFill>
                <a:latin typeface="Poppins"/>
                <a:ea typeface="Segoe UI"/>
                <a:cs typeface="Segoe UI"/>
              </a:rPr>
              <a:t>“Our work is focussed on the practical steps we as an institution can take to reduce our own carbon footprint and embed sustainability into our working practices. Over the last few years, this work has seen us achieve Responsible Futures Accreditation; and a significant improvement in our place in the People &amp; Planet League Table, rising from 116th in 2022 to 39th in 2026 across ranked UK universities.”</a:t>
            </a:r>
          </a:p>
          <a:p>
            <a:endParaRPr lang="en-GB" sz="1400">
              <a:cs typeface="Segoe UI"/>
            </a:endParaRPr>
          </a:p>
          <a:p>
            <a:r>
              <a:rPr lang="en-GB" sz="1400" b="1">
                <a:ea typeface="+mn-lt"/>
                <a:cs typeface="+mn-lt"/>
              </a:rPr>
              <a:t>Prof Klaus-Dieter </a:t>
            </a:r>
            <a:r>
              <a:rPr lang="en-GB" sz="1400" b="1" err="1">
                <a:ea typeface="+mn-lt"/>
                <a:cs typeface="+mn-lt"/>
              </a:rPr>
              <a:t>Rossade</a:t>
            </a:r>
            <a:r>
              <a:rPr lang="en-GB" sz="1400" b="1">
                <a:cs typeface="Poppins"/>
              </a:rPr>
              <a:t>, Executive Dean, WELS</a:t>
            </a:r>
            <a:endParaRPr lang="en-GB">
              <a:cs typeface="Poppins"/>
            </a:endParaRPr>
          </a:p>
          <a:p>
            <a:pPr algn="ctr"/>
            <a:endParaRPr lang="en-GB" sz="1400">
              <a:cs typeface="Poppins"/>
            </a:endParaRPr>
          </a:p>
        </p:txBody>
      </p:sp>
    </p:spTree>
    <p:extLst>
      <p:ext uri="{BB962C8B-B14F-4D97-AF65-F5344CB8AC3E}">
        <p14:creationId xmlns:p14="http://schemas.microsoft.com/office/powerpoint/2010/main" val="1639872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5E39447-C651-7024-AF2C-5593A1B88C50}"/>
              </a:ext>
            </a:extLst>
          </p:cNvPr>
          <p:cNvSpPr txBox="1">
            <a:spLocks noGrp="1"/>
          </p:cNvSpPr>
          <p:nvPr>
            <p:ph type="title" idx="4294967295"/>
          </p:nvPr>
        </p:nvSpPr>
        <p:spPr>
          <a:xfrm>
            <a:off x="85859" y="244239"/>
            <a:ext cx="6096000" cy="15696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60645"/>
                </a:solidFill>
                <a:effectLst/>
                <a:uLnTx/>
                <a:uFillTx/>
                <a:latin typeface="Poppins SemiBold"/>
                <a:ea typeface="Segoe UI"/>
                <a:cs typeface="Segoe UI"/>
              </a:rPr>
              <a:t>Ask the Deans: Questions about OU's External Partners - </a:t>
            </a:r>
            <a:r>
              <a:rPr kumimoji="0" lang="en-GB" sz="2400" b="0" i="0" u="none" strike="noStrike" kern="1200" cap="none" spc="0" normalizeH="0" baseline="0" noProof="0">
                <a:ln>
                  <a:noFill/>
                </a:ln>
                <a:solidFill>
                  <a:srgbClr val="060645"/>
                </a:solidFill>
                <a:effectLst/>
                <a:uLnTx/>
                <a:uFillTx/>
                <a:latin typeface="Poppins SemiBold"/>
                <a:ea typeface="Segoe UI"/>
                <a:cs typeface="Segoe UI"/>
              </a:rPr>
              <a:t>Faculty of Science, Technology, Engineering and Mathematics - 1</a:t>
            </a:r>
            <a:endParaRPr kumimoji="0" lang="en-GB" sz="2400" b="0" i="0" u="none" strike="noStrike" kern="1200" cap="none" spc="0" normalizeH="0" baseline="0" noProof="0">
              <a:ln>
                <a:noFill/>
              </a:ln>
              <a:solidFill>
                <a:schemeClr val="tx1"/>
              </a:solidFill>
              <a:effectLst/>
              <a:uLnTx/>
              <a:uFillTx/>
              <a:latin typeface="Poppins SemiBold"/>
              <a:ea typeface="+mn-ea"/>
              <a:cs typeface="Segoe UI"/>
            </a:endParaRPr>
          </a:p>
        </p:txBody>
      </p:sp>
      <p:sp>
        <p:nvSpPr>
          <p:cNvPr id="9" name="Text Placeholder 5">
            <a:extLst>
              <a:ext uri="{FF2B5EF4-FFF2-40B4-BE49-F238E27FC236}">
                <a16:creationId xmlns:a16="http://schemas.microsoft.com/office/drawing/2014/main" id="{B4FC3824-6C4F-01E8-9606-0F14148A0232}"/>
              </a:ext>
            </a:extLst>
          </p:cNvPr>
          <p:cNvSpPr txBox="1">
            <a:spLocks/>
          </p:cNvSpPr>
          <p:nvPr/>
        </p:nvSpPr>
        <p:spPr>
          <a:xfrm>
            <a:off x="85859" y="1908495"/>
            <a:ext cx="5816186"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buNone/>
            </a:pPr>
            <a:r>
              <a:rPr lang="en-GB" sz="1400" b="1">
                <a:latin typeface="Poppins"/>
                <a:cs typeface="Poppins"/>
              </a:rPr>
              <a:t>Question</a:t>
            </a:r>
            <a:r>
              <a:rPr lang="en-GB" sz="1400">
                <a:latin typeface="Poppins"/>
                <a:cs typeface="Poppins"/>
              </a:rPr>
              <a:t>: For STEM, what actions does the university take to</a:t>
            </a:r>
            <a:endParaRPr lang="en-US" sz="1400">
              <a:latin typeface="Poppins"/>
              <a:cs typeface="Poppins"/>
            </a:endParaRPr>
          </a:p>
          <a:p>
            <a:pPr marL="0" indent="0">
              <a:buNone/>
            </a:pPr>
            <a:r>
              <a:rPr lang="en-GB" sz="1400">
                <a:latin typeface="Poppins"/>
                <a:cs typeface="Poppins"/>
              </a:rPr>
              <a:t>make sure that the tech companies they partner with are not</a:t>
            </a:r>
            <a:endParaRPr lang="en-US" sz="1400">
              <a:latin typeface="Poppins"/>
              <a:cs typeface="Poppins"/>
            </a:endParaRPr>
          </a:p>
          <a:p>
            <a:pPr marL="0" indent="0">
              <a:buNone/>
            </a:pPr>
            <a:r>
              <a:rPr lang="en-GB" sz="1400">
                <a:latin typeface="Poppins"/>
                <a:cs typeface="Poppins"/>
              </a:rPr>
              <a:t>complicit in providing technology used in International</a:t>
            </a:r>
            <a:endParaRPr lang="en-US" sz="1400">
              <a:latin typeface="Poppins"/>
              <a:cs typeface="Poppins"/>
            </a:endParaRPr>
          </a:p>
          <a:p>
            <a:pPr marL="0" indent="0">
              <a:buNone/>
            </a:pPr>
            <a:r>
              <a:rPr lang="en-GB" sz="1400">
                <a:latin typeface="Poppins"/>
                <a:cs typeface="Poppins"/>
              </a:rPr>
              <a:t>Humanitarian Law abuses such as those witnessed in Sudan,</a:t>
            </a:r>
            <a:endParaRPr lang="en-US" sz="1400">
              <a:latin typeface="Poppins"/>
              <a:cs typeface="Poppins"/>
            </a:endParaRPr>
          </a:p>
          <a:p>
            <a:pPr marL="0" indent="0">
              <a:buNone/>
            </a:pPr>
            <a:r>
              <a:rPr lang="en-GB" sz="1400">
                <a:latin typeface="Poppins"/>
                <a:cs typeface="Poppins"/>
              </a:rPr>
              <a:t>and the Occupied Palestinian Territories? </a:t>
            </a:r>
            <a:endParaRPr lang="en-US" sz="1400">
              <a:latin typeface="Poppins"/>
              <a:cs typeface="Poppins"/>
            </a:endParaRPr>
          </a:p>
          <a:p>
            <a:pPr marL="285750" indent="-285750">
              <a:buNone/>
            </a:pPr>
            <a:r>
              <a:rPr lang="en-GB" sz="1400" b="1">
                <a:latin typeface="Poppins"/>
                <a:cs typeface="Poppins"/>
              </a:rPr>
              <a:t>Response</a:t>
            </a:r>
            <a:r>
              <a:rPr lang="en-GB" sz="1400">
                <a:latin typeface="Poppins"/>
                <a:cs typeface="Poppins"/>
              </a:rPr>
              <a:t>: Potential new partners are subjected to financial</a:t>
            </a:r>
            <a:endParaRPr lang="en-US"/>
          </a:p>
          <a:p>
            <a:pPr marL="285750" indent="-285750">
              <a:buNone/>
            </a:pPr>
            <a:r>
              <a:rPr lang="en-GB" sz="1400">
                <a:latin typeface="Poppins"/>
                <a:cs typeface="Poppins"/>
              </a:rPr>
              <a:t> and other due diligence. For example, we ensure companies</a:t>
            </a:r>
            <a:endParaRPr lang="en-US"/>
          </a:p>
          <a:p>
            <a:pPr marL="285750" indent="-285750">
              <a:buNone/>
            </a:pPr>
            <a:r>
              <a:rPr lang="en-GB" sz="1400">
                <a:latin typeface="Poppins"/>
                <a:cs typeface="Poppins"/>
              </a:rPr>
              <a:t>operate legally within the UK and are not subject to sanctions</a:t>
            </a:r>
            <a:endParaRPr lang="en-US"/>
          </a:p>
          <a:p>
            <a:pPr marL="285750" indent="-285750">
              <a:buNone/>
            </a:pPr>
            <a:r>
              <a:rPr lang="en-GB" sz="1400">
                <a:latin typeface="Poppins"/>
                <a:cs typeface="Poppins"/>
              </a:rPr>
              <a:t>by the UK Government. </a:t>
            </a:r>
            <a:endParaRPr lang="en-US"/>
          </a:p>
          <a:p>
            <a:pPr marL="285750" indent="-285750">
              <a:buNone/>
            </a:pPr>
            <a:endParaRPr lang="en-GB" sz="1400">
              <a:latin typeface="Poppins"/>
              <a:cs typeface="Poppins"/>
            </a:endParaRPr>
          </a:p>
          <a:p>
            <a:pPr marL="285750" indent="-285750">
              <a:buNone/>
            </a:pPr>
            <a:endParaRPr lang="en-GB" sz="1400"/>
          </a:p>
          <a:p>
            <a:pPr marL="285750" indent="-285750">
              <a:buNone/>
            </a:pPr>
            <a:endParaRPr lang="en-GB" sz="1400"/>
          </a:p>
          <a:p>
            <a:pPr marL="285750" indent="-285750">
              <a:buNone/>
            </a:pPr>
            <a:endParaRPr lang="en-GB" sz="1400"/>
          </a:p>
          <a:p>
            <a:pPr marL="285750" indent="-285750">
              <a:buNone/>
            </a:pPr>
            <a:endParaRPr lang="en-GB"/>
          </a:p>
          <a:p>
            <a:pPr marL="285750" indent="-285750">
              <a:buNone/>
            </a:pPr>
            <a:endParaRPr lang="en-GB"/>
          </a:p>
          <a:p>
            <a:pPr marL="285750" indent="-285750">
              <a:buNone/>
            </a:pPr>
            <a:endParaRPr lang="en-GB"/>
          </a:p>
          <a:p>
            <a:pPr marL="285750" indent="0">
              <a:lnSpc>
                <a:spcPct val="100000"/>
              </a:lnSpc>
              <a:spcAft>
                <a:spcPts val="0"/>
              </a:spcAft>
              <a:buNone/>
            </a:pPr>
            <a:endParaRPr lang="en-GB" sz="1400"/>
          </a:p>
        </p:txBody>
      </p:sp>
      <p:sp>
        <p:nvSpPr>
          <p:cNvPr id="10" name="Text Placeholder 5">
            <a:extLst>
              <a:ext uri="{FF2B5EF4-FFF2-40B4-BE49-F238E27FC236}">
                <a16:creationId xmlns:a16="http://schemas.microsoft.com/office/drawing/2014/main" id="{1937B730-97C0-1BE6-628A-8B0B575E0777}"/>
              </a:ext>
            </a:extLst>
          </p:cNvPr>
          <p:cNvSpPr txBox="1">
            <a:spLocks/>
          </p:cNvSpPr>
          <p:nvPr/>
        </p:nvSpPr>
        <p:spPr>
          <a:xfrm>
            <a:off x="6181859" y="293394"/>
            <a:ext cx="5816186"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None/>
            </a:pPr>
            <a:r>
              <a:rPr lang="en-GB" sz="1400" b="1">
                <a:latin typeface="Poppins"/>
                <a:cs typeface="Poppins"/>
              </a:rPr>
              <a:t>Question</a:t>
            </a:r>
            <a:r>
              <a:rPr lang="en-GB" sz="1400">
                <a:latin typeface="Poppins"/>
                <a:cs typeface="Poppins"/>
              </a:rPr>
              <a:t>: Given that the Open University's mission states the</a:t>
            </a:r>
            <a:endParaRPr lang="en-GB" sz="1400"/>
          </a:p>
          <a:p>
            <a:pPr marL="285750" indent="-285750">
              <a:buNone/>
            </a:pPr>
            <a:r>
              <a:rPr lang="en-GB" sz="1400">
                <a:latin typeface="Poppins"/>
                <a:cs typeface="Poppins"/>
              </a:rPr>
              <a:t>OU promotes social justice by providing high quality education</a:t>
            </a:r>
            <a:endParaRPr lang="en-GB" sz="1400"/>
          </a:p>
          <a:p>
            <a:pPr marL="285750" indent="-285750">
              <a:buNone/>
            </a:pPr>
            <a:r>
              <a:rPr lang="en-GB" sz="1400">
                <a:latin typeface="Poppins"/>
                <a:cs typeface="Poppins"/>
              </a:rPr>
              <a:t>to all - does STEM think that partnering with arms companies</a:t>
            </a:r>
            <a:endParaRPr lang="en-GB" sz="1400"/>
          </a:p>
          <a:p>
            <a:pPr marL="285750" indent="-285750">
              <a:buNone/>
            </a:pPr>
            <a:r>
              <a:rPr lang="en-GB" sz="1400">
                <a:latin typeface="Poppins"/>
                <a:cs typeface="Poppins"/>
              </a:rPr>
              <a:t>like BAE Systems is compatible with the OU’s mission? BAE</a:t>
            </a:r>
            <a:endParaRPr lang="en-GB" sz="1400"/>
          </a:p>
          <a:p>
            <a:pPr marL="285750" indent="-285750">
              <a:buNone/>
            </a:pPr>
            <a:r>
              <a:rPr lang="en-GB" sz="1400">
                <a:latin typeface="Poppins"/>
                <a:cs typeface="Poppins"/>
              </a:rPr>
              <a:t>continues to supply Israel with arms even after they have been</a:t>
            </a:r>
            <a:endParaRPr lang="en-GB"/>
          </a:p>
          <a:p>
            <a:pPr marL="285750" indent="-285750">
              <a:buNone/>
            </a:pPr>
            <a:r>
              <a:rPr lang="en-GB" sz="1400">
                <a:latin typeface="Poppins"/>
                <a:cs typeface="Poppins"/>
              </a:rPr>
              <a:t>used to bomb universities and thus limit access to education. </a:t>
            </a:r>
            <a:endParaRPr lang="en-GB"/>
          </a:p>
          <a:p>
            <a:pPr marL="285750" indent="-285750">
              <a:buNone/>
            </a:pPr>
            <a:r>
              <a:rPr lang="en-GB" sz="1400" b="1">
                <a:latin typeface="Poppins"/>
                <a:cs typeface="Poppins"/>
              </a:rPr>
              <a:t>Response</a:t>
            </a:r>
            <a:r>
              <a:rPr lang="en-GB" sz="1400">
                <a:latin typeface="Poppins"/>
                <a:cs typeface="Poppins"/>
              </a:rPr>
              <a:t>: The Open University has an Ethical Research Review</a:t>
            </a:r>
            <a:endParaRPr lang="en-GB"/>
          </a:p>
          <a:p>
            <a:pPr marL="285750" indent="-285750">
              <a:buNone/>
            </a:pPr>
            <a:r>
              <a:rPr lang="en-GB" sz="1400">
                <a:latin typeface="Poppins"/>
                <a:cs typeface="Poppins"/>
              </a:rPr>
              <a:t>Board, which regularly considers potential research and</a:t>
            </a:r>
            <a:endParaRPr lang="en-GB"/>
          </a:p>
          <a:p>
            <a:pPr marL="285750" indent="-285750">
              <a:buNone/>
            </a:pPr>
            <a:r>
              <a:rPr lang="en-GB" sz="1400">
                <a:latin typeface="Poppins"/>
                <a:cs typeface="Poppins"/>
              </a:rPr>
              <a:t>knowledge exchange projects associated with a range of</a:t>
            </a:r>
            <a:endParaRPr lang="en-GB"/>
          </a:p>
          <a:p>
            <a:pPr marL="285750" indent="-285750">
              <a:buNone/>
            </a:pPr>
            <a:r>
              <a:rPr lang="en-GB" sz="1400">
                <a:latin typeface="Poppins"/>
                <a:cs typeface="Poppins"/>
              </a:rPr>
              <a:t>ethical issues. Similarly, there are processes for reviewing</a:t>
            </a:r>
            <a:endParaRPr lang="en-GB"/>
          </a:p>
          <a:p>
            <a:pPr marL="285750" indent="-285750">
              <a:buNone/>
            </a:pPr>
            <a:r>
              <a:rPr lang="en-GB" sz="1400">
                <a:latin typeface="Poppins"/>
                <a:cs typeface="Poppins"/>
              </a:rPr>
              <a:t>ethical issues in the taught curriculum, including learning</a:t>
            </a:r>
            <a:endParaRPr lang="en-GB"/>
          </a:p>
          <a:p>
            <a:pPr marL="285750" indent="-285750">
              <a:buNone/>
            </a:pPr>
            <a:r>
              <a:rPr lang="en-GB" sz="1400">
                <a:latin typeface="Poppins"/>
                <a:cs typeface="Poppins"/>
              </a:rPr>
              <a:t>activities designed by module teams, and student project</a:t>
            </a:r>
            <a:endParaRPr lang="en-GB"/>
          </a:p>
          <a:p>
            <a:pPr marL="285750" indent="-285750">
              <a:buNone/>
            </a:pPr>
            <a:r>
              <a:rPr lang="en-GB" sz="1400">
                <a:latin typeface="Poppins"/>
                <a:cs typeface="Poppins"/>
              </a:rPr>
              <a:t>modules. An additional strand of activity considers external</a:t>
            </a:r>
            <a:endParaRPr lang="en-GB"/>
          </a:p>
          <a:p>
            <a:pPr marL="285750" indent="-285750">
              <a:buNone/>
            </a:pPr>
            <a:r>
              <a:rPr lang="en-GB" sz="1400">
                <a:latin typeface="Poppins"/>
                <a:cs typeface="Poppins"/>
              </a:rPr>
              <a:t>speakers and Freedom of Speech responsibilities. </a:t>
            </a:r>
            <a:endParaRPr lang="en-GB"/>
          </a:p>
          <a:p>
            <a:pPr marL="285750" indent="-285750">
              <a:buNone/>
            </a:pPr>
            <a:r>
              <a:rPr lang="en-GB" sz="1400">
                <a:latin typeface="Poppins"/>
                <a:cs typeface="Poppins"/>
              </a:rPr>
              <a:t>Through the </a:t>
            </a:r>
            <a:r>
              <a:rPr lang="en-GB" sz="1400" u="sng">
                <a:latin typeface="Poppins"/>
                <a:cs typeface="Poppins"/>
                <a:hlinkClick r:id="rId3"/>
              </a:rPr>
              <a:t>Careers and Employability Service</a:t>
            </a:r>
            <a:r>
              <a:rPr lang="en-GB" sz="1400">
                <a:latin typeface="Poppins"/>
                <a:cs typeface="Poppins"/>
              </a:rPr>
              <a:t>, we aim to help</a:t>
            </a:r>
            <a:endParaRPr lang="en-GB"/>
          </a:p>
          <a:p>
            <a:pPr marL="285750" indent="-285750">
              <a:buNone/>
            </a:pPr>
            <a:r>
              <a:rPr lang="en-GB" sz="1400">
                <a:latin typeface="Poppins"/>
                <a:cs typeface="Poppins"/>
              </a:rPr>
              <a:t>all eligible OU students achieve their career goals, without</a:t>
            </a:r>
            <a:endParaRPr lang="en-GB"/>
          </a:p>
          <a:p>
            <a:pPr marL="285750" indent="-285750">
              <a:buNone/>
            </a:pPr>
            <a:r>
              <a:rPr lang="en-GB" sz="1400">
                <a:latin typeface="Poppins"/>
                <a:cs typeface="Poppins"/>
              </a:rPr>
              <a:t>judgement on their choice. Above all, we are guided by student</a:t>
            </a:r>
            <a:endParaRPr lang="en-GB"/>
          </a:p>
          <a:p>
            <a:pPr marL="285750" indent="-285750">
              <a:buNone/>
            </a:pPr>
            <a:r>
              <a:rPr lang="en-GB" sz="1400">
                <a:latin typeface="Poppins"/>
                <a:cs typeface="Poppins"/>
              </a:rPr>
              <a:t>needs, whatever their interests and opinions, backgrounds and</a:t>
            </a:r>
            <a:endParaRPr lang="en-GB"/>
          </a:p>
          <a:p>
            <a:pPr marL="285750" indent="-285750">
              <a:buNone/>
            </a:pPr>
            <a:r>
              <a:rPr lang="en-GB" sz="1400">
                <a:latin typeface="Poppins"/>
                <a:cs typeface="Poppins"/>
              </a:rPr>
              <a:t>differences, ethnicity, abilities and disabilities, mental or</a:t>
            </a:r>
            <a:endParaRPr lang="en-GB"/>
          </a:p>
          <a:p>
            <a:pPr marL="285750" indent="-285750">
              <a:buNone/>
            </a:pPr>
            <a:r>
              <a:rPr lang="en-GB" sz="1400">
                <a:latin typeface="Poppins"/>
                <a:cs typeface="Poppins"/>
              </a:rPr>
              <a:t>physical health.  </a:t>
            </a:r>
            <a:endParaRPr lang="en-GB"/>
          </a:p>
          <a:p>
            <a:pPr marL="285750" indent="-285750">
              <a:buNone/>
            </a:pPr>
            <a:r>
              <a:rPr lang="en-GB" sz="1400">
                <a:latin typeface="Poppins"/>
                <a:cs typeface="Poppins"/>
              </a:rPr>
              <a:t> </a:t>
            </a:r>
            <a:endParaRPr lang="en-GB">
              <a:cs typeface="Poppins"/>
            </a:endParaRPr>
          </a:p>
        </p:txBody>
      </p:sp>
      <p:sp>
        <p:nvSpPr>
          <p:cNvPr id="2" name="TextBox 1">
            <a:extLst>
              <a:ext uri="{FF2B5EF4-FFF2-40B4-BE49-F238E27FC236}">
                <a16:creationId xmlns:a16="http://schemas.microsoft.com/office/drawing/2014/main" id="{C09FFD3C-BC11-5905-1D45-A84C9BE9D0BD}"/>
              </a:ext>
            </a:extLst>
          </p:cNvPr>
          <p:cNvSpPr txBox="1"/>
          <p:nvPr/>
        </p:nvSpPr>
        <p:spPr>
          <a:xfrm>
            <a:off x="8229600" y="6426106"/>
            <a:ext cx="2092960" cy="276999"/>
          </a:xfrm>
          <a:prstGeom prst="rect">
            <a:avLst/>
          </a:prstGeom>
          <a:noFill/>
        </p:spPr>
        <p:txBody>
          <a:bodyPr wrap="square" rtlCol="0">
            <a:spAutoFit/>
          </a:bodyPr>
          <a:lstStyle/>
          <a:p>
            <a:r>
              <a:rPr lang="en-GB" sz="1200"/>
              <a:t>Continued on next page.</a:t>
            </a:r>
          </a:p>
        </p:txBody>
      </p:sp>
    </p:spTree>
    <p:extLst>
      <p:ext uri="{BB962C8B-B14F-4D97-AF65-F5344CB8AC3E}">
        <p14:creationId xmlns:p14="http://schemas.microsoft.com/office/powerpoint/2010/main" val="735162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441D-355F-1125-BCCA-FE3A7B0E147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D3027A-FCF2-8AA9-725D-91DECDFF8DD7}"/>
              </a:ext>
            </a:extLst>
          </p:cNvPr>
          <p:cNvSpPr txBox="1">
            <a:spLocks noGrp="1"/>
          </p:cNvSpPr>
          <p:nvPr>
            <p:ph type="title" idx="4294967295"/>
          </p:nvPr>
        </p:nvSpPr>
        <p:spPr>
          <a:xfrm>
            <a:off x="85859" y="16099"/>
            <a:ext cx="6096000" cy="15696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60645"/>
                </a:solidFill>
                <a:effectLst/>
                <a:uLnTx/>
                <a:uFillTx/>
                <a:latin typeface="Poppins SemiBold"/>
                <a:ea typeface="Segoe UI"/>
                <a:cs typeface="Segoe UI"/>
              </a:rPr>
              <a:t>Ask the Deans: Questions about OU's External Partners - </a:t>
            </a:r>
            <a:r>
              <a:rPr kumimoji="0" lang="en-GB" sz="2400" b="0" i="0" u="none" strike="noStrike" kern="1200" cap="none" spc="0" normalizeH="0" baseline="0" noProof="0">
                <a:ln>
                  <a:noFill/>
                </a:ln>
                <a:solidFill>
                  <a:srgbClr val="060645"/>
                </a:solidFill>
                <a:effectLst/>
                <a:uLnTx/>
                <a:uFillTx/>
                <a:latin typeface="Poppins SemiBold"/>
                <a:ea typeface="Segoe UI"/>
                <a:cs typeface="Segoe UI"/>
              </a:rPr>
              <a:t>Faculty of Science, Technology, Engineering and Mathematics - 2</a:t>
            </a:r>
            <a:endParaRPr kumimoji="0" lang="en-GB" sz="2400" b="0" i="0" u="none" strike="noStrike" kern="1200" cap="none" spc="0" normalizeH="0" baseline="0" noProof="0">
              <a:ln>
                <a:noFill/>
              </a:ln>
              <a:solidFill>
                <a:schemeClr val="tx1"/>
              </a:solidFill>
              <a:effectLst/>
              <a:uLnTx/>
              <a:uFillTx/>
              <a:latin typeface="Poppins SemiBold"/>
              <a:ea typeface="+mn-ea"/>
              <a:cs typeface="Segoe UI"/>
            </a:endParaRPr>
          </a:p>
        </p:txBody>
      </p:sp>
      <p:sp>
        <p:nvSpPr>
          <p:cNvPr id="9" name="Text Placeholder 5">
            <a:extLst>
              <a:ext uri="{FF2B5EF4-FFF2-40B4-BE49-F238E27FC236}">
                <a16:creationId xmlns:a16="http://schemas.microsoft.com/office/drawing/2014/main" id="{28350F40-ABE7-6C8A-04EF-7E04DF6B13BF}"/>
              </a:ext>
            </a:extLst>
          </p:cNvPr>
          <p:cNvSpPr txBox="1">
            <a:spLocks/>
          </p:cNvSpPr>
          <p:nvPr/>
        </p:nvSpPr>
        <p:spPr>
          <a:xfrm>
            <a:off x="88187" y="1716725"/>
            <a:ext cx="5816186" cy="3041010"/>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None/>
            </a:pPr>
            <a:r>
              <a:rPr lang="en-GB" sz="1400">
                <a:latin typeface="Poppins"/>
                <a:cs typeface="Poppins"/>
              </a:rPr>
              <a:t>Partnerships across a wide range of sectors enable us to offer</a:t>
            </a:r>
            <a:endParaRPr lang="en-GB" sz="1400"/>
          </a:p>
          <a:p>
            <a:pPr marL="285750" indent="-285750">
              <a:buNone/>
            </a:pPr>
            <a:r>
              <a:rPr lang="en-GB" sz="1400">
                <a:latin typeface="Poppins"/>
                <a:cs typeface="Poppins"/>
              </a:rPr>
              <a:t>relevant courses, apprenticeships and vocational routes that</a:t>
            </a:r>
            <a:endParaRPr lang="en-GB" sz="1400"/>
          </a:p>
          <a:p>
            <a:pPr marL="285750" indent="-285750">
              <a:buNone/>
            </a:pPr>
            <a:r>
              <a:rPr lang="en-GB" sz="1400">
                <a:latin typeface="Poppins"/>
                <a:cs typeface="Poppins"/>
              </a:rPr>
              <a:t>support students’ goals. Many of our courses, particularly those</a:t>
            </a:r>
            <a:endParaRPr lang="en-GB" sz="1400"/>
          </a:p>
          <a:p>
            <a:pPr marL="285750" indent="-285750">
              <a:buNone/>
            </a:pPr>
            <a:r>
              <a:rPr lang="en-GB" sz="1400">
                <a:latin typeface="Poppins"/>
                <a:cs typeface="Poppins"/>
              </a:rPr>
              <a:t>designed with employers (such as apprenticeships or</a:t>
            </a:r>
            <a:endParaRPr lang="en-GB" sz="1400"/>
          </a:p>
          <a:p>
            <a:pPr marL="285750" indent="-285750">
              <a:buNone/>
            </a:pPr>
            <a:r>
              <a:rPr lang="en-GB" sz="1400">
                <a:latin typeface="Poppins"/>
                <a:cs typeface="Poppins"/>
              </a:rPr>
              <a:t>vocational routes), depend on relationships with organisations</a:t>
            </a:r>
            <a:endParaRPr lang="en-GB" sz="1400"/>
          </a:p>
          <a:p>
            <a:pPr marL="285750" indent="-285750">
              <a:buNone/>
            </a:pPr>
            <a:r>
              <a:rPr lang="en-GB" sz="1400">
                <a:latin typeface="Poppins"/>
                <a:cs typeface="Poppins"/>
              </a:rPr>
              <a:t>across a broad range of industries.  </a:t>
            </a:r>
            <a:endParaRPr lang="en-GB" sz="1400"/>
          </a:p>
          <a:p>
            <a:pPr marL="285750" indent="-285750">
              <a:buNone/>
            </a:pPr>
            <a:r>
              <a:rPr lang="en-GB" sz="1400">
                <a:latin typeface="Poppins"/>
                <a:cs typeface="Poppins"/>
              </a:rPr>
              <a:t>In our relationship with employers, we are led by the needs</a:t>
            </a:r>
            <a:endParaRPr lang="en-US"/>
          </a:p>
          <a:p>
            <a:pPr marL="285750" indent="-285750">
              <a:buNone/>
            </a:pPr>
            <a:r>
              <a:rPr lang="en-GB" sz="1400">
                <a:latin typeface="Poppins"/>
                <a:cs typeface="Poppins"/>
              </a:rPr>
              <a:t>And demands of our students. Reducing access to</a:t>
            </a:r>
            <a:endParaRPr lang="en-GB"/>
          </a:p>
          <a:p>
            <a:pPr marL="285750" indent="-285750">
              <a:buNone/>
            </a:pPr>
            <a:r>
              <a:rPr lang="en-GB" sz="1400">
                <a:latin typeface="Poppins"/>
                <a:cs typeface="Poppins"/>
              </a:rPr>
              <a:t>Employers would risk limiting opportunity, particularly for</a:t>
            </a:r>
            <a:endParaRPr lang="en-GB"/>
          </a:p>
          <a:p>
            <a:pPr marL="285750" indent="-285750">
              <a:buNone/>
            </a:pPr>
            <a:r>
              <a:rPr lang="en-GB" sz="1400">
                <a:latin typeface="Poppins"/>
                <a:cs typeface="Poppins"/>
              </a:rPr>
              <a:t>learners who already face barriers to success.  </a:t>
            </a:r>
            <a:endParaRPr lang="en-GB"/>
          </a:p>
          <a:p>
            <a:pPr marL="285750" indent="-285750">
              <a:buNone/>
            </a:pPr>
            <a:endParaRPr lang="en-GB"/>
          </a:p>
          <a:p>
            <a:pPr marL="285750" indent="-285750">
              <a:buNone/>
            </a:pPr>
            <a:endParaRPr lang="en-GB"/>
          </a:p>
          <a:p>
            <a:pPr marL="285750" indent="-285750">
              <a:buNone/>
            </a:pPr>
            <a:endParaRPr lang="en-GB"/>
          </a:p>
          <a:p>
            <a:pPr marL="285750" indent="0">
              <a:lnSpc>
                <a:spcPct val="100000"/>
              </a:lnSpc>
              <a:spcAft>
                <a:spcPts val="0"/>
              </a:spcAft>
              <a:buNone/>
            </a:pPr>
            <a:endParaRPr lang="en-GB" sz="1400">
              <a:latin typeface="Poppins"/>
              <a:cs typeface="Poppins"/>
            </a:endParaRPr>
          </a:p>
          <a:p>
            <a:pPr marL="285750" indent="-285750">
              <a:buNone/>
            </a:pPr>
            <a:endParaRPr lang="en-GB" sz="1400"/>
          </a:p>
          <a:p>
            <a:pPr marL="285750" indent="-285750">
              <a:buNone/>
            </a:pPr>
            <a:endParaRPr lang="en-GB" sz="1400">
              <a:latin typeface="Poppins"/>
              <a:cs typeface="Poppins"/>
            </a:endParaRPr>
          </a:p>
          <a:p>
            <a:pPr marL="285750" indent="-285750">
              <a:buNone/>
            </a:pPr>
            <a:endParaRPr lang="en-GB" sz="1400"/>
          </a:p>
          <a:p>
            <a:pPr marL="285750" indent="-285750">
              <a:buNone/>
            </a:pPr>
            <a:endParaRPr lang="en-GB" sz="1400"/>
          </a:p>
          <a:p>
            <a:pPr marL="285750" indent="-285750">
              <a:buNone/>
            </a:pPr>
            <a:endParaRPr lang="en-GB" sz="1400"/>
          </a:p>
          <a:p>
            <a:pPr marL="285750" indent="-285750">
              <a:buNone/>
            </a:pPr>
            <a:endParaRPr lang="en-GB"/>
          </a:p>
          <a:p>
            <a:pPr marL="285750" indent="-285750">
              <a:buNone/>
            </a:pPr>
            <a:endParaRPr lang="en-GB"/>
          </a:p>
          <a:p>
            <a:pPr marL="285750" indent="-285750">
              <a:buNone/>
            </a:pPr>
            <a:endParaRPr lang="en-GB"/>
          </a:p>
          <a:p>
            <a:pPr marL="285750" indent="0">
              <a:lnSpc>
                <a:spcPct val="100000"/>
              </a:lnSpc>
              <a:spcAft>
                <a:spcPts val="0"/>
              </a:spcAft>
              <a:buNone/>
            </a:pPr>
            <a:endParaRPr lang="en-GB" sz="1400"/>
          </a:p>
        </p:txBody>
      </p:sp>
      <p:sp>
        <p:nvSpPr>
          <p:cNvPr id="10" name="Text Placeholder 5">
            <a:extLst>
              <a:ext uri="{FF2B5EF4-FFF2-40B4-BE49-F238E27FC236}">
                <a16:creationId xmlns:a16="http://schemas.microsoft.com/office/drawing/2014/main" id="{73651C3F-4307-C244-8705-1E930C18CCDA}"/>
              </a:ext>
            </a:extLst>
          </p:cNvPr>
          <p:cNvSpPr txBox="1">
            <a:spLocks/>
          </p:cNvSpPr>
          <p:nvPr/>
        </p:nvSpPr>
        <p:spPr>
          <a:xfrm>
            <a:off x="6287629" y="1716725"/>
            <a:ext cx="6009369" cy="691540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None/>
            </a:pPr>
            <a:r>
              <a:rPr lang="en-GB" sz="1400">
                <a:latin typeface="Poppins"/>
                <a:cs typeface="Poppins"/>
              </a:rPr>
              <a:t>We therefore build connections with a wide range of employers,</a:t>
            </a:r>
          </a:p>
          <a:p>
            <a:pPr marL="285750" indent="-285750">
              <a:buNone/>
            </a:pPr>
            <a:r>
              <a:rPr lang="en-GB" sz="1400">
                <a:latin typeface="Poppins"/>
                <a:cs typeface="Poppins"/>
              </a:rPr>
              <a:t>focusing on those who:  </a:t>
            </a:r>
            <a:endParaRPr lang="en-GB" sz="1400"/>
          </a:p>
          <a:p>
            <a:pPr marL="285750" indent="-285750">
              <a:buFont typeface="Arial"/>
              <a:buChar char="•"/>
            </a:pPr>
            <a:r>
              <a:rPr lang="en-GB" sz="1400">
                <a:latin typeface="Poppins"/>
                <a:cs typeface="Poppins"/>
              </a:rPr>
              <a:t>Represent sectors matching the interests of OU students</a:t>
            </a:r>
            <a:endParaRPr lang="en-GB" sz="1400"/>
          </a:p>
          <a:p>
            <a:pPr marL="285750" indent="-285750">
              <a:buFont typeface="Arial"/>
              <a:buChar char="•"/>
            </a:pPr>
            <a:r>
              <a:rPr lang="en-GB" sz="1400">
                <a:latin typeface="Poppins"/>
                <a:cs typeface="Poppins"/>
              </a:rPr>
              <a:t>And alumni  </a:t>
            </a:r>
            <a:endParaRPr lang="en-GB" sz="1400"/>
          </a:p>
          <a:p>
            <a:pPr marL="285750" indent="-285750">
              <a:buFont typeface="Arial"/>
              <a:buChar char="•"/>
            </a:pPr>
            <a:r>
              <a:rPr lang="en-GB" sz="1400">
                <a:latin typeface="Poppins"/>
                <a:cs typeface="Poppins"/>
              </a:rPr>
              <a:t>Value different perspectives, skills and lived experiences </a:t>
            </a:r>
            <a:endParaRPr lang="en-GB" sz="1400"/>
          </a:p>
          <a:p>
            <a:pPr marL="285750" indent="-285750">
              <a:buFont typeface="Arial"/>
              <a:buChar char="•"/>
            </a:pPr>
            <a:r>
              <a:rPr lang="en-GB" sz="1400">
                <a:latin typeface="Poppins"/>
                <a:cs typeface="Poppins"/>
              </a:rPr>
              <a:t>Have explicit diversity and inclusion aims, policies</a:t>
            </a:r>
            <a:endParaRPr lang="en-GB" sz="1400"/>
          </a:p>
          <a:p>
            <a:pPr marL="285750" indent="-285750">
              <a:buFont typeface="Arial"/>
              <a:buChar char="•"/>
            </a:pPr>
            <a:r>
              <a:rPr lang="en-GB" sz="1400">
                <a:latin typeface="Poppins"/>
                <a:cs typeface="Poppins"/>
              </a:rPr>
              <a:t>And programmes </a:t>
            </a:r>
            <a:endParaRPr lang="en-GB" sz="1400"/>
          </a:p>
          <a:p>
            <a:pPr marL="285750" indent="-285750">
              <a:buFont typeface="Arial"/>
              <a:buChar char="•"/>
            </a:pPr>
            <a:r>
              <a:rPr lang="en-GB" sz="1400">
                <a:latin typeface="Poppins"/>
                <a:cs typeface="Poppins"/>
              </a:rPr>
              <a:t>Offer sustainable career pathways.  </a:t>
            </a:r>
            <a:endParaRPr lang="en-GB" sz="1400"/>
          </a:p>
          <a:p>
            <a:pPr marL="285750" indent="-285750">
              <a:buNone/>
            </a:pPr>
            <a:r>
              <a:rPr lang="en-GB" sz="1400">
                <a:latin typeface="Poppins"/>
                <a:cs typeface="Poppins"/>
              </a:rPr>
              <a:t>We also comply with the AGCAS Code of Ethics(Association</a:t>
            </a:r>
            <a:endParaRPr lang="en-US"/>
          </a:p>
          <a:p>
            <a:pPr marL="285750" indent="-285750">
              <a:buNone/>
            </a:pPr>
            <a:r>
              <a:rPr lang="en-GB" sz="1400">
                <a:latin typeface="Poppins"/>
                <a:cs typeface="Poppins"/>
              </a:rPr>
              <a:t>of Graduate Careers Advisory Services), which requires</a:t>
            </a:r>
            <a:endParaRPr lang="en-US"/>
          </a:p>
          <a:p>
            <a:pPr marL="285750" indent="-285750">
              <a:buNone/>
            </a:pPr>
            <a:r>
              <a:rPr lang="en-GB" sz="1400">
                <a:latin typeface="Poppins"/>
                <a:cs typeface="Poppins"/>
              </a:rPr>
              <a:t>impartiality; and with the Higher Education Freedom of</a:t>
            </a:r>
            <a:endParaRPr lang="en-US"/>
          </a:p>
          <a:p>
            <a:pPr marL="285750" indent="-285750">
              <a:buNone/>
            </a:pPr>
            <a:r>
              <a:rPr lang="en-GB" sz="1400">
                <a:latin typeface="Poppins"/>
                <a:cs typeface="Poppins"/>
              </a:rPr>
              <a:t>Speech Act 2023. </a:t>
            </a:r>
          </a:p>
          <a:p>
            <a:pPr marL="285750" indent="-285750">
              <a:buNone/>
            </a:pPr>
            <a:endParaRPr lang="en-GB" sz="1400"/>
          </a:p>
        </p:txBody>
      </p:sp>
      <p:sp>
        <p:nvSpPr>
          <p:cNvPr id="2" name="TextBox 1">
            <a:extLst>
              <a:ext uri="{FF2B5EF4-FFF2-40B4-BE49-F238E27FC236}">
                <a16:creationId xmlns:a16="http://schemas.microsoft.com/office/drawing/2014/main" id="{97617698-9FAF-38F2-00BD-856230F536AB}"/>
              </a:ext>
            </a:extLst>
          </p:cNvPr>
          <p:cNvSpPr txBox="1"/>
          <p:nvPr/>
        </p:nvSpPr>
        <p:spPr>
          <a:xfrm>
            <a:off x="7199353" y="5994401"/>
            <a:ext cx="2092960" cy="276999"/>
          </a:xfrm>
          <a:prstGeom prst="rect">
            <a:avLst/>
          </a:prstGeom>
          <a:noFill/>
        </p:spPr>
        <p:txBody>
          <a:bodyPr wrap="square" rtlCol="0">
            <a:spAutoFit/>
          </a:bodyPr>
          <a:lstStyle/>
          <a:p>
            <a:r>
              <a:rPr lang="en-GB" sz="1200"/>
              <a:t>Continued on next page.</a:t>
            </a:r>
          </a:p>
        </p:txBody>
      </p:sp>
    </p:spTree>
    <p:extLst>
      <p:ext uri="{BB962C8B-B14F-4D97-AF65-F5344CB8AC3E}">
        <p14:creationId xmlns:p14="http://schemas.microsoft.com/office/powerpoint/2010/main" val="2960422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EE982-F390-06BB-AD4B-9281BF37F46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E5A2D28-9869-D256-CF84-273BDED3500B}"/>
              </a:ext>
            </a:extLst>
          </p:cNvPr>
          <p:cNvSpPr txBox="1">
            <a:spLocks noGrp="1"/>
          </p:cNvSpPr>
          <p:nvPr>
            <p:ph type="title" idx="4294967295"/>
          </p:nvPr>
        </p:nvSpPr>
        <p:spPr>
          <a:xfrm>
            <a:off x="85859" y="16099"/>
            <a:ext cx="6096000" cy="15696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60645"/>
                </a:solidFill>
                <a:effectLst/>
                <a:uLnTx/>
                <a:uFillTx/>
                <a:latin typeface="Poppins SemiBold"/>
                <a:ea typeface="Segoe UI"/>
                <a:cs typeface="Segoe UI"/>
              </a:rPr>
              <a:t>Ask the Deans: Questions about OU's External Partners - </a:t>
            </a:r>
            <a:r>
              <a:rPr kumimoji="0" lang="en-GB" sz="2400" b="0" i="0" u="none" strike="noStrike" kern="1200" cap="none" spc="0" normalizeH="0" baseline="0" noProof="0">
                <a:ln>
                  <a:noFill/>
                </a:ln>
                <a:solidFill>
                  <a:srgbClr val="060645"/>
                </a:solidFill>
                <a:effectLst/>
                <a:uLnTx/>
                <a:uFillTx/>
                <a:latin typeface="Poppins SemiBold"/>
                <a:ea typeface="Segoe UI"/>
                <a:cs typeface="Segoe UI"/>
              </a:rPr>
              <a:t>Faculty of Science, Technology, Engineering and Mathematics - 3</a:t>
            </a:r>
            <a:endParaRPr kumimoji="0" lang="en-GB" sz="2400" b="0" i="0" u="none" strike="noStrike" kern="1200" cap="none" spc="0" normalizeH="0" baseline="0" noProof="0">
              <a:ln>
                <a:noFill/>
              </a:ln>
              <a:solidFill>
                <a:schemeClr val="tx1"/>
              </a:solidFill>
              <a:effectLst/>
              <a:uLnTx/>
              <a:uFillTx/>
              <a:latin typeface="Poppins SemiBold"/>
              <a:ea typeface="+mn-ea"/>
              <a:cs typeface="Segoe UI"/>
            </a:endParaRPr>
          </a:p>
        </p:txBody>
      </p:sp>
      <p:sp>
        <p:nvSpPr>
          <p:cNvPr id="10" name="Text Placeholder 5">
            <a:extLst>
              <a:ext uri="{FF2B5EF4-FFF2-40B4-BE49-F238E27FC236}">
                <a16:creationId xmlns:a16="http://schemas.microsoft.com/office/drawing/2014/main" id="{9CF52738-4973-1E1D-63B3-789FA6D86732}"/>
              </a:ext>
            </a:extLst>
          </p:cNvPr>
          <p:cNvSpPr txBox="1">
            <a:spLocks/>
          </p:cNvSpPr>
          <p:nvPr/>
        </p:nvSpPr>
        <p:spPr>
          <a:xfrm>
            <a:off x="6287628" y="889543"/>
            <a:ext cx="6009369" cy="691540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None/>
            </a:pPr>
            <a:r>
              <a:rPr lang="en-GB" sz="1400">
                <a:latin typeface="Poppins"/>
                <a:cs typeface="Poppins"/>
              </a:rPr>
              <a:t>This guidance was updated following the rulings of The</a:t>
            </a:r>
            <a:endParaRPr lang="en-GB"/>
          </a:p>
          <a:p>
            <a:pPr marL="285750" indent="-285750">
              <a:buNone/>
            </a:pPr>
            <a:r>
              <a:rPr lang="en-GB" sz="1400">
                <a:latin typeface="Poppins"/>
                <a:cs typeface="Poppins"/>
              </a:rPr>
              <a:t>Honourable Mr Justice Green in the case of Butler-Sloss vs The</a:t>
            </a:r>
            <a:endParaRPr lang="en-GB"/>
          </a:p>
          <a:p>
            <a:pPr marL="285750" indent="-285750">
              <a:buNone/>
            </a:pPr>
            <a:r>
              <a:rPr lang="en-GB" sz="1400">
                <a:latin typeface="Poppins"/>
                <a:cs typeface="Poppins"/>
              </a:rPr>
              <a:t>Charity Commission, which considered how charities can</a:t>
            </a:r>
            <a:endParaRPr lang="en-GB"/>
          </a:p>
          <a:p>
            <a:pPr marL="285750" indent="-285750">
              <a:buNone/>
            </a:pPr>
            <a:r>
              <a:rPr lang="en-GB" sz="1400">
                <a:latin typeface="Poppins"/>
                <a:cs typeface="Poppins"/>
              </a:rPr>
              <a:t>account for non-financial considerations when exercising their</a:t>
            </a:r>
            <a:endParaRPr lang="en-GB"/>
          </a:p>
          <a:p>
            <a:pPr marL="285750" indent="-285750">
              <a:buNone/>
            </a:pPr>
            <a:r>
              <a:rPr lang="en-GB" sz="1400">
                <a:latin typeface="Poppins"/>
                <a:cs typeface="Poppins"/>
              </a:rPr>
              <a:t>powers of investment. Within the ruling the judge stated: </a:t>
            </a:r>
          </a:p>
          <a:p>
            <a:pPr marL="285750" marR="0" lvl="0" indent="-285750" fontAlgn="auto">
              <a:buClrTx/>
              <a:buSzTx/>
              <a:buNone/>
              <a:tabLst/>
              <a:defRPr/>
            </a:pPr>
            <a:r>
              <a:rPr lang="en-GB" sz="1400" i="1">
                <a:latin typeface="Poppins"/>
                <a:cs typeface="Poppins"/>
              </a:rPr>
              <a:t>“However, trustees need to be careful in relation to making</a:t>
            </a:r>
            <a:endParaRPr lang="en-US" sz="1400" i="1">
              <a:latin typeface="Poppins"/>
              <a:cs typeface="Poppins"/>
            </a:endParaRPr>
          </a:p>
          <a:p>
            <a:pPr marL="285750" marR="0" lvl="0" indent="-285750" fontAlgn="auto">
              <a:buClrTx/>
              <a:buSzTx/>
              <a:buNone/>
              <a:tabLst/>
              <a:defRPr/>
            </a:pPr>
            <a:r>
              <a:rPr lang="en-GB" sz="1400" i="1">
                <a:latin typeface="Poppins"/>
                <a:cs typeface="Poppins"/>
              </a:rPr>
              <a:t>decisions as to investments on purely moral grounds,</a:t>
            </a:r>
            <a:endParaRPr lang="en-US" sz="1400" i="1">
              <a:latin typeface="Poppins"/>
              <a:cs typeface="Poppins"/>
            </a:endParaRPr>
          </a:p>
          <a:p>
            <a:pPr marL="285750" marR="0" lvl="0" indent="-285750" fontAlgn="auto">
              <a:buClrTx/>
              <a:buSzTx/>
              <a:buNone/>
              <a:tabLst/>
              <a:defRPr/>
            </a:pPr>
            <a:r>
              <a:rPr lang="en-GB" sz="1400" i="1">
                <a:latin typeface="Poppins"/>
                <a:cs typeface="Poppins"/>
              </a:rPr>
              <a:t>recognising that among the charity's supporters and</a:t>
            </a:r>
            <a:endParaRPr lang="en-US" sz="1400" i="1">
              <a:latin typeface="Poppins"/>
              <a:cs typeface="Poppins"/>
            </a:endParaRPr>
          </a:p>
          <a:p>
            <a:pPr marL="285750" marR="0" lvl="0" indent="-285750" fontAlgn="auto">
              <a:buClrTx/>
              <a:buSzTx/>
              <a:buNone/>
              <a:tabLst/>
              <a:defRPr/>
            </a:pPr>
            <a:r>
              <a:rPr lang="en-GB" sz="1400" i="1">
                <a:latin typeface="Poppins"/>
                <a:cs typeface="Poppins"/>
              </a:rPr>
              <a:t>beneficiaries there may be differing legitimate moral views on</a:t>
            </a:r>
            <a:endParaRPr lang="en-US" sz="1400" i="1">
              <a:latin typeface="Poppins"/>
              <a:cs typeface="Poppins"/>
            </a:endParaRPr>
          </a:p>
          <a:p>
            <a:pPr marL="285750" marR="0" lvl="0" indent="-285750" fontAlgn="auto">
              <a:buClrTx/>
              <a:buSzTx/>
              <a:buNone/>
              <a:tabLst/>
              <a:defRPr/>
            </a:pPr>
            <a:r>
              <a:rPr lang="en-GB" sz="1400" i="1">
                <a:latin typeface="Poppins"/>
                <a:cs typeface="Poppins"/>
              </a:rPr>
              <a:t>certain issues.” </a:t>
            </a:r>
          </a:p>
          <a:p>
            <a:pPr marL="285750" marR="0" lvl="0" indent="-285750" fontAlgn="auto">
              <a:buClrTx/>
              <a:buSzTx/>
              <a:buNone/>
              <a:tabLst/>
              <a:defRPr/>
            </a:pPr>
            <a:r>
              <a:rPr lang="en-GB" sz="1400">
                <a:latin typeface="Poppins"/>
                <a:cs typeface="Poppins"/>
              </a:rPr>
              <a:t>As an institution we remain committed to reducing our carbon</a:t>
            </a:r>
          </a:p>
          <a:p>
            <a:pPr marL="285750" marR="0" lvl="0" indent="-285750" fontAlgn="auto">
              <a:buClrTx/>
              <a:buSzTx/>
              <a:buNone/>
              <a:tabLst/>
              <a:defRPr/>
            </a:pPr>
            <a:r>
              <a:rPr lang="en-GB" sz="1400">
                <a:latin typeface="Poppins"/>
                <a:cs typeface="Poppins"/>
              </a:rPr>
              <a:t>footprint, embedding sustainability into our working practice,</a:t>
            </a:r>
          </a:p>
          <a:p>
            <a:pPr marL="285750" marR="0" lvl="0" indent="-285750" fontAlgn="auto">
              <a:buClrTx/>
              <a:buSzTx/>
              <a:buNone/>
              <a:tabLst/>
              <a:defRPr/>
            </a:pPr>
            <a:r>
              <a:rPr lang="en-GB" sz="1400">
                <a:latin typeface="Poppins"/>
                <a:cs typeface="Poppins"/>
              </a:rPr>
              <a:t>and this has secured Responsible Futures Accreditation. We</a:t>
            </a:r>
          </a:p>
          <a:p>
            <a:pPr marL="285750" marR="0" lvl="0" indent="-285750" fontAlgn="auto">
              <a:buClrTx/>
              <a:buSzTx/>
              <a:buNone/>
              <a:tabLst/>
              <a:defRPr/>
            </a:pPr>
            <a:r>
              <a:rPr lang="en-GB" sz="1400">
                <a:latin typeface="Poppins"/>
                <a:cs typeface="Poppins"/>
              </a:rPr>
              <a:t>have also seen a significant improvement in our place in the</a:t>
            </a:r>
          </a:p>
          <a:p>
            <a:pPr marL="285750" marR="0" lvl="0" indent="-285750" fontAlgn="auto">
              <a:buClrTx/>
              <a:buSzTx/>
              <a:buNone/>
              <a:tabLst/>
              <a:defRPr/>
            </a:pPr>
            <a:r>
              <a:rPr lang="en-GB" sz="1400">
                <a:latin typeface="Poppins"/>
                <a:cs typeface="Poppins"/>
              </a:rPr>
              <a:t>People &amp; Planet League Table, rising from 116th in 2022 to 39th in</a:t>
            </a:r>
          </a:p>
          <a:p>
            <a:pPr marL="285750" marR="0" lvl="0" indent="-285750" fontAlgn="auto">
              <a:buClrTx/>
              <a:buSzTx/>
              <a:buNone/>
              <a:tabLst/>
              <a:defRPr/>
            </a:pPr>
            <a:r>
              <a:rPr lang="en-GB" sz="1400">
                <a:latin typeface="Poppins"/>
                <a:cs typeface="Poppins"/>
              </a:rPr>
              <a:t>2026 across ranked UK universities. </a:t>
            </a:r>
          </a:p>
          <a:p>
            <a:pPr marL="285750" indent="-285750">
              <a:buNone/>
            </a:pPr>
            <a:endParaRPr lang="en-GB"/>
          </a:p>
          <a:p>
            <a:pPr marL="285750" indent="-285750">
              <a:buNone/>
            </a:pPr>
            <a:endParaRPr lang="en-GB"/>
          </a:p>
          <a:p>
            <a:pPr marL="285750" indent="-285750">
              <a:buNone/>
            </a:pPr>
            <a:endParaRPr lang="en-GB" sz="1400"/>
          </a:p>
        </p:txBody>
      </p:sp>
      <p:sp>
        <p:nvSpPr>
          <p:cNvPr id="2" name="Text Placeholder 5">
            <a:extLst>
              <a:ext uri="{FF2B5EF4-FFF2-40B4-BE49-F238E27FC236}">
                <a16:creationId xmlns:a16="http://schemas.microsoft.com/office/drawing/2014/main" id="{EF45E96A-BE29-539F-F9D1-CF1B6C1C9221}"/>
              </a:ext>
            </a:extLst>
          </p:cNvPr>
          <p:cNvSpPr txBox="1">
            <a:spLocks/>
          </p:cNvSpPr>
          <p:nvPr/>
        </p:nvSpPr>
        <p:spPr>
          <a:xfrm>
            <a:off x="86631" y="1674224"/>
            <a:ext cx="6009369" cy="691540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None/>
            </a:pPr>
            <a:r>
              <a:rPr lang="en-GB" sz="1400" b="1">
                <a:latin typeface="Poppins"/>
                <a:cs typeface="Poppins"/>
              </a:rPr>
              <a:t>Question</a:t>
            </a:r>
            <a:r>
              <a:rPr lang="en-GB" sz="1400">
                <a:latin typeface="Poppins"/>
                <a:cs typeface="Poppins"/>
              </a:rPr>
              <a:t>: Given that the OU states that it is so opposed to the</a:t>
            </a:r>
            <a:endParaRPr lang="en-GB"/>
          </a:p>
          <a:p>
            <a:pPr marL="285750" indent="-285750">
              <a:buNone/>
            </a:pPr>
            <a:r>
              <a:rPr lang="en-GB" sz="1400">
                <a:latin typeface="Poppins"/>
                <a:cs typeface="Poppins"/>
              </a:rPr>
              <a:t>extraction of fossil fuels that it could not possibly invest in them,</a:t>
            </a:r>
            <a:endParaRPr lang="en-GB">
              <a:latin typeface="Poppins"/>
              <a:cs typeface="Poppins"/>
            </a:endParaRPr>
          </a:p>
          <a:p>
            <a:pPr marL="285750" indent="-285750">
              <a:buNone/>
            </a:pPr>
            <a:r>
              <a:rPr lang="en-GB" sz="1400">
                <a:latin typeface="Poppins"/>
                <a:cs typeface="Poppins"/>
              </a:rPr>
              <a:t>why does this not extend to arms companies. Is STEM concerned</a:t>
            </a:r>
            <a:endParaRPr lang="en-GB">
              <a:latin typeface="Poppins"/>
              <a:cs typeface="Poppins"/>
            </a:endParaRPr>
          </a:p>
          <a:p>
            <a:pPr marL="285750" indent="-285750">
              <a:buNone/>
            </a:pPr>
            <a:r>
              <a:rPr lang="en-GB" sz="1400">
                <a:latin typeface="Poppins"/>
                <a:cs typeface="Poppins"/>
              </a:rPr>
              <a:t>about the environmental devastation caused by arms and do</a:t>
            </a:r>
            <a:endParaRPr lang="en-GB">
              <a:latin typeface="Poppins"/>
              <a:cs typeface="Poppins"/>
            </a:endParaRPr>
          </a:p>
          <a:p>
            <a:pPr marL="285750" indent="-285750">
              <a:buNone/>
            </a:pPr>
            <a:r>
              <a:rPr lang="en-GB" sz="1400">
                <a:latin typeface="Poppins"/>
                <a:cs typeface="Poppins"/>
              </a:rPr>
              <a:t>they engage with the university on this?  </a:t>
            </a:r>
          </a:p>
          <a:p>
            <a:pPr marL="285750" indent="-285750">
              <a:buNone/>
            </a:pPr>
            <a:r>
              <a:rPr lang="en-GB" sz="1400" b="1">
                <a:latin typeface="Poppins"/>
                <a:cs typeface="Poppins"/>
              </a:rPr>
              <a:t>Response</a:t>
            </a:r>
            <a:r>
              <a:rPr lang="en-GB" sz="1400">
                <a:latin typeface="Poppins"/>
                <a:cs typeface="Poppins"/>
              </a:rPr>
              <a:t>:  The Open University (the OU) invests in an Ethical</a:t>
            </a:r>
            <a:endParaRPr lang="en-GB"/>
          </a:p>
          <a:p>
            <a:pPr marL="285750" indent="-285750">
              <a:buNone/>
            </a:pPr>
            <a:r>
              <a:rPr lang="en-GB" sz="1400">
                <a:latin typeface="Poppins"/>
                <a:cs typeface="Poppins"/>
              </a:rPr>
              <a:t>Investment Fund which has a “no revenue from weapons</a:t>
            </a:r>
            <a:endParaRPr lang="en-GB"/>
          </a:p>
          <a:p>
            <a:pPr marL="285750" indent="-285750">
              <a:buNone/>
            </a:pPr>
            <a:r>
              <a:rPr lang="en-GB" sz="1400">
                <a:latin typeface="Poppins"/>
                <a:cs typeface="Poppins"/>
              </a:rPr>
              <a:t>manufacturing” clause.  </a:t>
            </a:r>
            <a:endParaRPr lang="en-GB"/>
          </a:p>
          <a:p>
            <a:pPr marL="285750" indent="-285750">
              <a:buNone/>
            </a:pPr>
            <a:r>
              <a:rPr lang="en-GB" sz="1400">
                <a:latin typeface="Poppins"/>
                <a:cs typeface="Poppins"/>
              </a:rPr>
              <a:t>Trustees, such as the Investment Committee and the OU’s</a:t>
            </a:r>
            <a:endParaRPr lang="en-GB"/>
          </a:p>
          <a:p>
            <a:pPr marL="285750" indent="-285750">
              <a:buNone/>
            </a:pPr>
            <a:r>
              <a:rPr lang="en-GB" sz="1400">
                <a:latin typeface="Poppins"/>
                <a:cs typeface="Poppins"/>
              </a:rPr>
              <a:t>Council, are guided by the Charity Commission when making</a:t>
            </a:r>
            <a:endParaRPr lang="en-GB"/>
          </a:p>
          <a:p>
            <a:pPr marL="285750" indent="-285750">
              <a:buNone/>
            </a:pPr>
            <a:r>
              <a:rPr lang="en-GB" sz="1400">
                <a:latin typeface="Poppins"/>
                <a:cs typeface="Poppins"/>
              </a:rPr>
              <a:t>investment decisions as set out in their guidance </a:t>
            </a:r>
            <a:r>
              <a:rPr lang="en-GB" sz="1400" u="sng">
                <a:latin typeface="Poppins"/>
                <a:cs typeface="Poppins"/>
                <a:hlinkClick r:id="rId3"/>
              </a:rPr>
              <a:t>Investing</a:t>
            </a:r>
            <a:endParaRPr lang="en-GB"/>
          </a:p>
          <a:p>
            <a:pPr marL="285750" indent="-285750">
              <a:buNone/>
            </a:pPr>
            <a:r>
              <a:rPr lang="en-GB" sz="1400" u="sng">
                <a:latin typeface="Poppins"/>
                <a:cs typeface="Poppins"/>
                <a:hlinkClick r:id="rId3"/>
              </a:rPr>
              <a:t>charity money: guidance for trustees (CC14)</a:t>
            </a:r>
            <a:r>
              <a:rPr lang="en-GB" sz="1400">
                <a:latin typeface="Poppins"/>
                <a:cs typeface="Poppins"/>
              </a:rPr>
              <a:t>. </a:t>
            </a:r>
            <a:endParaRPr lang="en-GB" sz="1400"/>
          </a:p>
        </p:txBody>
      </p:sp>
      <p:sp>
        <p:nvSpPr>
          <p:cNvPr id="3" name="TextBox 2">
            <a:extLst>
              <a:ext uri="{FF2B5EF4-FFF2-40B4-BE49-F238E27FC236}">
                <a16:creationId xmlns:a16="http://schemas.microsoft.com/office/drawing/2014/main" id="{D8314458-B2ED-E046-2BE2-F69189504646}"/>
              </a:ext>
            </a:extLst>
          </p:cNvPr>
          <p:cNvSpPr txBox="1"/>
          <p:nvPr/>
        </p:nvSpPr>
        <p:spPr>
          <a:xfrm>
            <a:off x="7199353" y="5994401"/>
            <a:ext cx="2092960" cy="276999"/>
          </a:xfrm>
          <a:prstGeom prst="rect">
            <a:avLst/>
          </a:prstGeom>
          <a:noFill/>
        </p:spPr>
        <p:txBody>
          <a:bodyPr wrap="square" rtlCol="0">
            <a:spAutoFit/>
          </a:bodyPr>
          <a:lstStyle/>
          <a:p>
            <a:r>
              <a:rPr lang="en-GB" sz="1200"/>
              <a:t>Continued on next page.</a:t>
            </a:r>
          </a:p>
        </p:txBody>
      </p:sp>
    </p:spTree>
    <p:extLst>
      <p:ext uri="{BB962C8B-B14F-4D97-AF65-F5344CB8AC3E}">
        <p14:creationId xmlns:p14="http://schemas.microsoft.com/office/powerpoint/2010/main" val="1126051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C871C-1FBB-CCF6-BAA1-FDB867FC0B3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E81D555-0B2B-7C38-6652-C83C34BF8F33}"/>
              </a:ext>
            </a:extLst>
          </p:cNvPr>
          <p:cNvSpPr txBox="1">
            <a:spLocks noGrp="1"/>
          </p:cNvSpPr>
          <p:nvPr>
            <p:ph type="title" idx="4294967295"/>
          </p:nvPr>
        </p:nvSpPr>
        <p:spPr>
          <a:xfrm>
            <a:off x="85859" y="16099"/>
            <a:ext cx="6096000" cy="15696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60645"/>
                </a:solidFill>
                <a:effectLst/>
                <a:uLnTx/>
                <a:uFillTx/>
                <a:latin typeface="Poppins SemiBold"/>
                <a:ea typeface="Segoe UI"/>
                <a:cs typeface="Segoe UI"/>
              </a:rPr>
              <a:t>Ask the Deans: Questions about OU's External Partners - </a:t>
            </a:r>
            <a:r>
              <a:rPr kumimoji="0" lang="en-GB" sz="2400" b="0" i="0" u="none" strike="noStrike" kern="1200" cap="none" spc="0" normalizeH="0" baseline="0" noProof="0">
                <a:ln>
                  <a:noFill/>
                </a:ln>
                <a:solidFill>
                  <a:srgbClr val="060645"/>
                </a:solidFill>
                <a:effectLst/>
                <a:uLnTx/>
                <a:uFillTx/>
                <a:latin typeface="Poppins SemiBold"/>
                <a:ea typeface="Segoe UI"/>
                <a:cs typeface="Segoe UI"/>
              </a:rPr>
              <a:t>Faculty of Science, Technology, Engineering and Mathematics - 4</a:t>
            </a:r>
            <a:endParaRPr kumimoji="0" lang="en-GB" sz="2400" b="0" i="0" u="none" strike="noStrike" kern="1200" cap="none" spc="0" normalizeH="0" baseline="0" noProof="0">
              <a:ln>
                <a:noFill/>
              </a:ln>
              <a:solidFill>
                <a:schemeClr val="tx1"/>
              </a:solidFill>
              <a:effectLst/>
              <a:uLnTx/>
              <a:uFillTx/>
              <a:latin typeface="Poppins SemiBold"/>
              <a:ea typeface="+mn-ea"/>
              <a:cs typeface="Segoe UI"/>
            </a:endParaRPr>
          </a:p>
        </p:txBody>
      </p:sp>
      <p:sp>
        <p:nvSpPr>
          <p:cNvPr id="9" name="Text Placeholder 5">
            <a:extLst>
              <a:ext uri="{FF2B5EF4-FFF2-40B4-BE49-F238E27FC236}">
                <a16:creationId xmlns:a16="http://schemas.microsoft.com/office/drawing/2014/main" id="{8965EA5A-55CA-AB5E-E816-F6E916068D25}"/>
              </a:ext>
            </a:extLst>
          </p:cNvPr>
          <p:cNvSpPr txBox="1">
            <a:spLocks/>
          </p:cNvSpPr>
          <p:nvPr/>
        </p:nvSpPr>
        <p:spPr>
          <a:xfrm>
            <a:off x="172490" y="1931771"/>
            <a:ext cx="6009369" cy="433962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None/>
            </a:pPr>
            <a:r>
              <a:rPr lang="en-GB" sz="1400" b="1">
                <a:latin typeface="Poppins"/>
                <a:cs typeface="Poppins"/>
              </a:rPr>
              <a:t>Question</a:t>
            </a:r>
            <a:r>
              <a:rPr lang="en-GB" sz="1400">
                <a:latin typeface="Poppins"/>
                <a:cs typeface="Poppins"/>
              </a:rPr>
              <a:t>: How does the OU justify partnerships with tech</a:t>
            </a:r>
            <a:endParaRPr lang="en-GB">
              <a:latin typeface="Poppins"/>
              <a:cs typeface="Poppins"/>
            </a:endParaRPr>
          </a:p>
          <a:p>
            <a:pPr marL="285750" indent="-285750">
              <a:buNone/>
            </a:pPr>
            <a:r>
              <a:rPr lang="en-GB" sz="1400">
                <a:latin typeface="Poppins"/>
                <a:cs typeface="Poppins"/>
              </a:rPr>
              <a:t>companies, such as Caterpillar and IBM, that have been</a:t>
            </a:r>
            <a:endParaRPr lang="en-GB">
              <a:latin typeface="Poppins"/>
              <a:cs typeface="Poppins"/>
            </a:endParaRPr>
          </a:p>
          <a:p>
            <a:pPr marL="285750" indent="-285750">
              <a:buNone/>
            </a:pPr>
            <a:r>
              <a:rPr lang="en-GB" sz="1400">
                <a:latin typeface="Poppins"/>
                <a:cs typeface="Poppins"/>
              </a:rPr>
              <a:t>complicit in human rights abuses as reported by the UN?</a:t>
            </a:r>
          </a:p>
          <a:p>
            <a:pPr marL="285750" indent="-285750">
              <a:buNone/>
            </a:pPr>
            <a:r>
              <a:rPr lang="en-GB" sz="1400" b="1">
                <a:latin typeface="Poppins"/>
                <a:cs typeface="Poppins"/>
              </a:rPr>
              <a:t>Response:</a:t>
            </a:r>
            <a:r>
              <a:rPr lang="en-GB" sz="1400">
                <a:latin typeface="Poppins"/>
                <a:cs typeface="Poppins"/>
              </a:rPr>
              <a:t> We recognise that engagement with employers and</a:t>
            </a:r>
            <a:endParaRPr lang="en-US" sz="1400"/>
          </a:p>
          <a:p>
            <a:pPr marL="285750" indent="-285750">
              <a:buNone/>
            </a:pPr>
            <a:r>
              <a:rPr lang="en-GB" sz="1400">
                <a:latin typeface="Poppins"/>
                <a:cs typeface="Poppins"/>
              </a:rPr>
              <a:t>external organisations can raise complex questions. We take</a:t>
            </a:r>
            <a:endParaRPr lang="en-US" sz="1400"/>
          </a:p>
          <a:p>
            <a:pPr marL="285750" indent="-285750">
              <a:buNone/>
            </a:pPr>
            <a:r>
              <a:rPr lang="en-GB" sz="1400">
                <a:latin typeface="Poppins"/>
                <a:cs typeface="Poppins"/>
              </a:rPr>
              <a:t>these seriously and are committed to acting in ways that are</a:t>
            </a:r>
            <a:endParaRPr lang="en-US" sz="1400"/>
          </a:p>
          <a:p>
            <a:pPr marL="285750" indent="-285750">
              <a:buNone/>
            </a:pPr>
            <a:r>
              <a:rPr lang="en-GB" sz="1400">
                <a:latin typeface="Poppins"/>
                <a:cs typeface="Poppins"/>
              </a:rPr>
              <a:t>ethical, inclusive and centred on student benefit.   </a:t>
            </a:r>
            <a:endParaRPr lang="en-US" sz="1400"/>
          </a:p>
          <a:p>
            <a:pPr marL="285750" indent="-285750">
              <a:buNone/>
            </a:pPr>
            <a:r>
              <a:rPr lang="en-GB" sz="1400">
                <a:latin typeface="Poppins"/>
                <a:cs typeface="Poppins"/>
              </a:rPr>
              <a:t>We also acknowledge that there are different viewpoints within</a:t>
            </a:r>
            <a:endParaRPr lang="en-GB" sz="1400"/>
          </a:p>
          <a:p>
            <a:pPr marL="285750" indent="-285750">
              <a:buNone/>
            </a:pPr>
            <a:r>
              <a:rPr lang="en-GB" sz="1400">
                <a:latin typeface="Poppins"/>
                <a:cs typeface="Poppins"/>
              </a:rPr>
              <a:t>the OU community on divestment and on the issue of specific</a:t>
            </a:r>
            <a:endParaRPr lang="en-GB" sz="1400"/>
          </a:p>
          <a:p>
            <a:pPr marL="285750" indent="-285750">
              <a:buNone/>
            </a:pPr>
            <a:r>
              <a:rPr lang="en-GB" sz="1400">
                <a:latin typeface="Poppins"/>
                <a:cs typeface="Poppins"/>
              </a:rPr>
              <a:t>conflicts, including Israel/Palestine. We remain open to all those</a:t>
            </a:r>
            <a:endParaRPr lang="en-GB" sz="1400"/>
          </a:p>
          <a:p>
            <a:pPr marL="285750" indent="-285750">
              <a:buNone/>
            </a:pPr>
            <a:r>
              <a:rPr lang="en-GB" sz="1400">
                <a:latin typeface="Poppins"/>
                <a:cs typeface="Poppins"/>
              </a:rPr>
              <a:t>viewpoints, in accordance with our mission.   </a:t>
            </a:r>
            <a:endParaRPr lang="en-GB" sz="1400"/>
          </a:p>
          <a:p>
            <a:pPr marL="285750" indent="-285750">
              <a:buNone/>
            </a:pPr>
            <a:r>
              <a:rPr lang="en-GB" sz="1400">
                <a:latin typeface="Poppins"/>
                <a:cs typeface="Poppins"/>
              </a:rPr>
              <a:t> </a:t>
            </a:r>
            <a:endParaRPr lang="en-GB">
              <a:latin typeface="Poppins"/>
              <a:cs typeface="Poppins"/>
            </a:endParaRPr>
          </a:p>
        </p:txBody>
      </p:sp>
      <p:sp>
        <p:nvSpPr>
          <p:cNvPr id="10" name="Text Placeholder 5">
            <a:extLst>
              <a:ext uri="{FF2B5EF4-FFF2-40B4-BE49-F238E27FC236}">
                <a16:creationId xmlns:a16="http://schemas.microsoft.com/office/drawing/2014/main" id="{86A3E7A1-EB05-2690-4436-67769C9BBA4A}"/>
              </a:ext>
            </a:extLst>
          </p:cNvPr>
          <p:cNvSpPr txBox="1">
            <a:spLocks/>
          </p:cNvSpPr>
          <p:nvPr/>
        </p:nvSpPr>
        <p:spPr>
          <a:xfrm>
            <a:off x="6182631" y="374674"/>
            <a:ext cx="6009369" cy="691540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285750" indent="-285750">
              <a:buNone/>
            </a:pPr>
            <a:r>
              <a:rPr lang="en-GB" sz="1400">
                <a:latin typeface="Poppins"/>
                <a:cs typeface="Poppins"/>
              </a:rPr>
              <a:t>Our duties under freedom of speech legislation and the Equality</a:t>
            </a:r>
            <a:endParaRPr lang="en-GB"/>
          </a:p>
          <a:p>
            <a:pPr marL="285750" indent="-285750">
              <a:buNone/>
            </a:pPr>
            <a:r>
              <a:rPr lang="en-GB" sz="1400">
                <a:latin typeface="Poppins"/>
                <a:cs typeface="Poppins"/>
              </a:rPr>
              <a:t>Act 2010 require us to allow lawful expression of a wide range of</a:t>
            </a:r>
            <a:endParaRPr lang="en-GB"/>
          </a:p>
          <a:p>
            <a:pPr marL="285750" indent="-285750">
              <a:buNone/>
            </a:pPr>
            <a:r>
              <a:rPr lang="en-GB" sz="1400">
                <a:latin typeface="Poppins"/>
                <a:cs typeface="Poppins"/>
              </a:rPr>
              <a:t>views, even when those views are controversial or upsetting to</a:t>
            </a:r>
            <a:endParaRPr lang="en-GB"/>
          </a:p>
          <a:p>
            <a:pPr marL="285750" indent="-285750">
              <a:buNone/>
            </a:pPr>
            <a:r>
              <a:rPr lang="en-GB" sz="1400">
                <a:latin typeface="Poppins"/>
                <a:cs typeface="Poppins"/>
              </a:rPr>
              <a:t>some. While we always work to create a respectful and inclusive</a:t>
            </a:r>
            <a:endParaRPr lang="en-GB"/>
          </a:p>
          <a:p>
            <a:pPr marL="285750" indent="-285750">
              <a:buNone/>
            </a:pPr>
            <a:r>
              <a:rPr lang="en-GB" sz="1400">
                <a:latin typeface="Poppins"/>
                <a:cs typeface="Poppins"/>
              </a:rPr>
              <a:t>environment for all, we must also ensure that we do not</a:t>
            </a:r>
            <a:endParaRPr lang="en-GB"/>
          </a:p>
          <a:p>
            <a:pPr marL="285750" indent="-285750">
              <a:buNone/>
            </a:pPr>
            <a:r>
              <a:rPr lang="en-GB" sz="1400">
                <a:latin typeface="Poppins"/>
                <a:cs typeface="Poppins"/>
              </a:rPr>
              <a:t>unlawfully restrict views or opportunities based on political or</a:t>
            </a:r>
            <a:endParaRPr lang="en-GB"/>
          </a:p>
          <a:p>
            <a:pPr marL="285750" indent="-285750">
              <a:buNone/>
            </a:pPr>
            <a:r>
              <a:rPr lang="en-GB" sz="1400">
                <a:latin typeface="Poppins"/>
                <a:cs typeface="Poppins"/>
              </a:rPr>
              <a:t>philosophical beliefs.  </a:t>
            </a:r>
            <a:endParaRPr lang="en-GB"/>
          </a:p>
          <a:p>
            <a:pPr marL="285750" indent="-285750">
              <a:buNone/>
            </a:pPr>
            <a:r>
              <a:rPr lang="en-GB" sz="1400">
                <a:latin typeface="Poppins"/>
                <a:cs typeface="Poppins"/>
              </a:rPr>
              <a:t>We will continue to listen to concerns, apply our values</a:t>
            </a:r>
            <a:endParaRPr lang="en-GB"/>
          </a:p>
          <a:p>
            <a:pPr marL="285750" indent="-285750">
              <a:buNone/>
            </a:pPr>
            <a:r>
              <a:rPr lang="en-GB" sz="1400">
                <a:latin typeface="Poppins"/>
                <a:cs typeface="Poppins"/>
              </a:rPr>
              <a:t>consistently and use this approach to guide decisions in a way</a:t>
            </a:r>
            <a:endParaRPr lang="en-GB"/>
          </a:p>
          <a:p>
            <a:pPr marL="285750" indent="-285750">
              <a:buNone/>
            </a:pPr>
            <a:r>
              <a:rPr lang="en-GB" sz="1400">
                <a:latin typeface="Poppins"/>
                <a:cs typeface="Poppins"/>
              </a:rPr>
              <a:t>that supports students, colleagues and the University’s mission. </a:t>
            </a:r>
          </a:p>
          <a:p>
            <a:pPr marL="285750" indent="-285750">
              <a:buNone/>
            </a:pPr>
            <a:r>
              <a:rPr lang="en-GB" sz="1400">
                <a:latin typeface="Poppins"/>
                <a:cs typeface="Poppins"/>
              </a:rPr>
              <a:t>The Investment Committee’s overriding responsibility is to act</a:t>
            </a:r>
            <a:endParaRPr lang="en-GB"/>
          </a:p>
          <a:p>
            <a:pPr marL="285750" indent="-285750">
              <a:buNone/>
            </a:pPr>
            <a:r>
              <a:rPr lang="en-GB" sz="1400">
                <a:latin typeface="Poppins"/>
                <a:cs typeface="Poppins"/>
              </a:rPr>
              <a:t>both within the law and in accordance with the OU’s objectives</a:t>
            </a:r>
            <a:endParaRPr lang="en-GB">
              <a:latin typeface="Poppins"/>
              <a:cs typeface="Poppins"/>
            </a:endParaRPr>
          </a:p>
          <a:p>
            <a:pPr marL="285750" indent="-285750">
              <a:buNone/>
            </a:pPr>
            <a:r>
              <a:rPr lang="en-GB" sz="1400">
                <a:latin typeface="Poppins"/>
                <a:cs typeface="Poppins"/>
              </a:rPr>
              <a:t>as a higher education provider.  </a:t>
            </a:r>
          </a:p>
          <a:p>
            <a:pPr marL="285750" indent="-285750">
              <a:buNone/>
            </a:pPr>
            <a:r>
              <a:rPr lang="en-GB" sz="1400">
                <a:latin typeface="Poppins"/>
                <a:cs typeface="Poppins"/>
              </a:rPr>
              <a:t>Regarding the issue of international law, governments need to</a:t>
            </a:r>
          </a:p>
          <a:p>
            <a:pPr marL="285750" indent="-285750">
              <a:buNone/>
            </a:pPr>
            <a:r>
              <a:rPr lang="en-GB" sz="1400">
                <a:latin typeface="Poppins"/>
                <a:cs typeface="Poppins"/>
              </a:rPr>
              <a:t>pass legislation, impose sanctions and take other measures for</a:t>
            </a:r>
          </a:p>
          <a:p>
            <a:pPr marL="285750" indent="-285750">
              <a:buNone/>
            </a:pPr>
            <a:r>
              <a:rPr lang="en-GB" sz="1400">
                <a:latin typeface="Poppins"/>
                <a:cs typeface="Poppins"/>
              </a:rPr>
              <a:t>any International Court of Justice ruling to have direct effect in</a:t>
            </a:r>
          </a:p>
          <a:p>
            <a:pPr marL="285750" indent="-285750">
              <a:buNone/>
            </a:pPr>
            <a:r>
              <a:rPr lang="en-GB" sz="1400">
                <a:latin typeface="Poppins"/>
                <a:cs typeface="Poppins"/>
              </a:rPr>
              <a:t>relation to organisations within states, such as higher education</a:t>
            </a:r>
          </a:p>
          <a:p>
            <a:pPr marL="0" indent="-285750">
              <a:buNone/>
            </a:pPr>
            <a:r>
              <a:rPr lang="en-GB" sz="1400">
                <a:latin typeface="Poppins"/>
                <a:cs typeface="Poppins"/>
              </a:rPr>
              <a:t>providers.  All the companies mentioned operate legally within the UK and are not subject to sanctions by the UK Government. </a:t>
            </a:r>
          </a:p>
          <a:p>
            <a:pPr marL="285750" indent="-285750">
              <a:buNone/>
            </a:pPr>
            <a:endParaRPr lang="en-GB">
              <a:latin typeface="Poppins"/>
              <a:cs typeface="Poppins"/>
            </a:endParaRPr>
          </a:p>
        </p:txBody>
      </p:sp>
      <p:sp>
        <p:nvSpPr>
          <p:cNvPr id="2" name="TextBox 1">
            <a:extLst>
              <a:ext uri="{FF2B5EF4-FFF2-40B4-BE49-F238E27FC236}">
                <a16:creationId xmlns:a16="http://schemas.microsoft.com/office/drawing/2014/main" id="{93C5ED47-3D6F-560B-722B-50C1B9F3220A}"/>
              </a:ext>
            </a:extLst>
          </p:cNvPr>
          <p:cNvSpPr txBox="1"/>
          <p:nvPr/>
        </p:nvSpPr>
        <p:spPr>
          <a:xfrm>
            <a:off x="7991833" y="6581001"/>
            <a:ext cx="2092960" cy="276999"/>
          </a:xfrm>
          <a:prstGeom prst="rect">
            <a:avLst/>
          </a:prstGeom>
          <a:noFill/>
        </p:spPr>
        <p:txBody>
          <a:bodyPr wrap="square" rtlCol="0">
            <a:spAutoFit/>
          </a:bodyPr>
          <a:lstStyle/>
          <a:p>
            <a:r>
              <a:rPr lang="en-GB" sz="1200"/>
              <a:t>Continued on next page.</a:t>
            </a:r>
          </a:p>
        </p:txBody>
      </p:sp>
    </p:spTree>
    <p:extLst>
      <p:ext uri="{BB962C8B-B14F-4D97-AF65-F5344CB8AC3E}">
        <p14:creationId xmlns:p14="http://schemas.microsoft.com/office/powerpoint/2010/main" val="1258991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FF2EC-B7DF-81A9-7DAF-62331C6D9CA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8E3B8B8-0084-BDDB-ACED-534568811C92}"/>
              </a:ext>
            </a:extLst>
          </p:cNvPr>
          <p:cNvSpPr txBox="1">
            <a:spLocks noGrp="1"/>
          </p:cNvSpPr>
          <p:nvPr>
            <p:ph type="title" idx="4294967295"/>
          </p:nvPr>
        </p:nvSpPr>
        <p:spPr>
          <a:xfrm>
            <a:off x="85859" y="16099"/>
            <a:ext cx="6096000" cy="15696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60645"/>
                </a:solidFill>
                <a:effectLst/>
                <a:uLnTx/>
                <a:uFillTx/>
                <a:latin typeface="Poppins SemiBold"/>
                <a:ea typeface="Segoe UI"/>
                <a:cs typeface="Segoe UI"/>
              </a:rPr>
              <a:t>Ask the Deans: Questions about OU's External Partners - </a:t>
            </a:r>
            <a:r>
              <a:rPr kumimoji="0" lang="en-GB" sz="2400" b="0" i="0" u="none" strike="noStrike" kern="1200" cap="none" spc="0" normalizeH="0" baseline="0" noProof="0">
                <a:ln>
                  <a:noFill/>
                </a:ln>
                <a:solidFill>
                  <a:srgbClr val="060645"/>
                </a:solidFill>
                <a:effectLst/>
                <a:uLnTx/>
                <a:uFillTx/>
                <a:latin typeface="Poppins SemiBold"/>
                <a:ea typeface="Segoe UI"/>
                <a:cs typeface="Segoe UI"/>
              </a:rPr>
              <a:t>Faculty of Science, Technology, Engineering and Mathematics -  5</a:t>
            </a:r>
            <a:endParaRPr kumimoji="0" lang="en-GB" sz="2400" b="0" i="0" u="none" strike="noStrike" kern="1200" cap="none" spc="0" normalizeH="0" baseline="0" noProof="0">
              <a:ln>
                <a:noFill/>
              </a:ln>
              <a:solidFill>
                <a:schemeClr val="tx1"/>
              </a:solidFill>
              <a:effectLst/>
              <a:uLnTx/>
              <a:uFillTx/>
              <a:latin typeface="Poppins SemiBold"/>
              <a:ea typeface="+mn-ea"/>
              <a:cs typeface="Segoe UI"/>
            </a:endParaRPr>
          </a:p>
        </p:txBody>
      </p:sp>
      <p:sp>
        <p:nvSpPr>
          <p:cNvPr id="9" name="Text Placeholder 5">
            <a:extLst>
              <a:ext uri="{FF2B5EF4-FFF2-40B4-BE49-F238E27FC236}">
                <a16:creationId xmlns:a16="http://schemas.microsoft.com/office/drawing/2014/main" id="{342BEF27-24D5-10BF-172A-A160E80DA323}"/>
              </a:ext>
            </a:extLst>
          </p:cNvPr>
          <p:cNvSpPr txBox="1">
            <a:spLocks/>
          </p:cNvSpPr>
          <p:nvPr/>
        </p:nvSpPr>
        <p:spPr>
          <a:xfrm>
            <a:off x="85859" y="1674224"/>
            <a:ext cx="5837421" cy="4339629"/>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buNone/>
            </a:pPr>
            <a:r>
              <a:rPr lang="en-GB" sz="1400" b="1">
                <a:latin typeface="Poppins"/>
                <a:cs typeface="Poppins"/>
              </a:rPr>
              <a:t>Question</a:t>
            </a:r>
            <a:r>
              <a:rPr lang="en-GB" sz="1400">
                <a:latin typeface="Poppins"/>
                <a:cs typeface="Poppins"/>
              </a:rPr>
              <a:t>: For the stem Dean. How do you think Environmental</a:t>
            </a:r>
            <a:endParaRPr lang="en-GB"/>
          </a:p>
          <a:p>
            <a:pPr marL="0" indent="0">
              <a:buNone/>
            </a:pPr>
            <a:r>
              <a:rPr lang="en-GB" sz="1400">
                <a:latin typeface="Poppins"/>
                <a:cs typeface="Poppins"/>
              </a:rPr>
              <a:t>students feel to be taught about sustainability issues yet the OU are complicit? Does the Stem department see the hypocrisy as we students do? </a:t>
            </a:r>
          </a:p>
          <a:p>
            <a:pPr marL="0" indent="0">
              <a:buNone/>
            </a:pPr>
            <a:r>
              <a:rPr lang="en-GB" sz="1400" b="1">
                <a:latin typeface="Poppins"/>
                <a:cs typeface="Poppins"/>
              </a:rPr>
              <a:t>Response: </a:t>
            </a:r>
            <a:r>
              <a:rPr lang="en-GB" sz="1400">
                <a:latin typeface="Poppins"/>
                <a:cs typeface="Poppins"/>
              </a:rPr>
              <a:t>As an institution we remain committed to reducing our carbon footprint, embedding sustainability into our working practice, and this has secured Responsible Futures Accreditation. We have also seen a significant improvement in our place in the People &amp; Planet League Table, rising from 116th in 2022 to 39th in 2026 across ranked UK universities.</a:t>
            </a:r>
          </a:p>
          <a:p>
            <a:pPr marL="285750" indent="-285750">
              <a:buNone/>
            </a:pPr>
            <a:endParaRPr lang="en-GB" sz="1400">
              <a:latin typeface="Poppins"/>
              <a:cs typeface="Poppins"/>
            </a:endParaRPr>
          </a:p>
        </p:txBody>
      </p:sp>
      <p:sp>
        <p:nvSpPr>
          <p:cNvPr id="10" name="Text Placeholder 5">
            <a:extLst>
              <a:ext uri="{FF2B5EF4-FFF2-40B4-BE49-F238E27FC236}">
                <a16:creationId xmlns:a16="http://schemas.microsoft.com/office/drawing/2014/main" id="{401E780E-97B2-B46D-9E53-316649A6C259}"/>
              </a:ext>
            </a:extLst>
          </p:cNvPr>
          <p:cNvSpPr txBox="1">
            <a:spLocks/>
          </p:cNvSpPr>
          <p:nvPr/>
        </p:nvSpPr>
        <p:spPr>
          <a:xfrm>
            <a:off x="6182631" y="486434"/>
            <a:ext cx="6009369" cy="6915404"/>
          </a:xfrm>
          <a:prstGeom prst="rect">
            <a:avLst/>
          </a:prstGeom>
        </p:spPr>
        <p:txBody>
          <a:bodyPr lIns="91440" tIns="45720" rIns="91440" bIns="45720" anchor="t">
            <a:noAutofit/>
          </a:bodyPr>
          <a:lstStyle>
            <a:lvl1pPr marL="285757" indent="-285757" algn="l" defTabSz="914423" rtl="0" eaLnBrk="1" latinLnBrk="0" hangingPunct="1">
              <a:lnSpc>
                <a:spcPct val="110000"/>
              </a:lnSpc>
              <a:spcBef>
                <a:spcPts val="0"/>
              </a:spcBef>
              <a:spcAft>
                <a:spcPts val="601"/>
              </a:spcAft>
              <a:buFontTx/>
              <a:buBlip>
                <a:blip r:embed="rId2"/>
              </a:buBlip>
              <a:defRPr sz="1500" b="0" i="0" kern="1200">
                <a:ln>
                  <a:noFill/>
                </a:ln>
                <a:solidFill>
                  <a:srgbClr val="060645"/>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lnSpc>
                <a:spcPct val="100000"/>
              </a:lnSpc>
              <a:buNone/>
            </a:pPr>
            <a:r>
              <a:rPr lang="en-GB" sz="1400" b="1">
                <a:latin typeface="Poppins"/>
                <a:cs typeface="Poppins"/>
              </a:rPr>
              <a:t>Question</a:t>
            </a:r>
            <a:r>
              <a:rPr lang="en-GB" sz="1400">
                <a:latin typeface="Poppins"/>
                <a:cs typeface="Poppins"/>
              </a:rPr>
              <a:t>: Will the university reconsider its position if partnership</a:t>
            </a:r>
            <a:endParaRPr lang="en-GB"/>
          </a:p>
          <a:p>
            <a:pPr marL="0" indent="0">
              <a:lnSpc>
                <a:spcPct val="100000"/>
              </a:lnSpc>
              <a:buNone/>
            </a:pPr>
            <a:r>
              <a:rPr lang="en-GB" sz="1400">
                <a:latin typeface="Poppins"/>
                <a:cs typeface="Poppins"/>
              </a:rPr>
              <a:t>with British Aerospace Systems as the continue to supply</a:t>
            </a:r>
            <a:endParaRPr lang="en-GB">
              <a:latin typeface="Poppins"/>
              <a:cs typeface="Poppins"/>
            </a:endParaRPr>
          </a:p>
          <a:p>
            <a:pPr marL="0" indent="0">
              <a:lnSpc>
                <a:spcPct val="100000"/>
              </a:lnSpc>
              <a:buNone/>
            </a:pPr>
            <a:r>
              <a:rPr lang="en-GB" sz="1400">
                <a:latin typeface="Poppins"/>
                <a:cs typeface="Poppins"/>
              </a:rPr>
              <a:t>component parts for F35 planes which have been used in Gaza</a:t>
            </a:r>
            <a:endParaRPr lang="en-GB">
              <a:latin typeface="Poppins"/>
              <a:cs typeface="Poppins"/>
            </a:endParaRPr>
          </a:p>
          <a:p>
            <a:pPr marL="0" indent="0">
              <a:lnSpc>
                <a:spcPct val="100000"/>
              </a:lnSpc>
              <a:buNone/>
            </a:pPr>
            <a:r>
              <a:rPr lang="en-GB" sz="1400">
                <a:latin typeface="Poppins"/>
                <a:cs typeface="Poppins"/>
              </a:rPr>
              <a:t>on air strikes? The actions of Israel in Gaza are recognised as</a:t>
            </a:r>
            <a:endParaRPr lang="en-GB">
              <a:latin typeface="Poppins"/>
              <a:cs typeface="Poppins"/>
            </a:endParaRPr>
          </a:p>
          <a:p>
            <a:pPr marL="0" indent="0">
              <a:lnSpc>
                <a:spcPct val="100000"/>
              </a:lnSpc>
              <a:buNone/>
            </a:pPr>
            <a:r>
              <a:rPr lang="en-GB" sz="1400">
                <a:latin typeface="Poppins"/>
                <a:cs typeface="Poppins"/>
              </a:rPr>
              <a:t>genocide. We should boycott companies that seek to overlook</a:t>
            </a:r>
            <a:endParaRPr lang="en-GB">
              <a:latin typeface="Poppins"/>
              <a:cs typeface="Poppins"/>
            </a:endParaRPr>
          </a:p>
          <a:p>
            <a:pPr marL="0" indent="0">
              <a:lnSpc>
                <a:spcPct val="100000"/>
              </a:lnSpc>
              <a:buNone/>
            </a:pPr>
            <a:r>
              <a:rPr lang="en-GB" sz="1400">
                <a:latin typeface="Poppins"/>
                <a:cs typeface="Poppins"/>
              </a:rPr>
              <a:t>war crimes to maintain business relationships. </a:t>
            </a:r>
            <a:endParaRPr lang="en-GB">
              <a:latin typeface="Poppins"/>
              <a:cs typeface="Poppins"/>
            </a:endParaRPr>
          </a:p>
          <a:p>
            <a:pPr marL="0" indent="0">
              <a:lnSpc>
                <a:spcPct val="100000"/>
              </a:lnSpc>
              <a:buNone/>
            </a:pPr>
            <a:r>
              <a:rPr lang="en-GB" sz="1400" b="1">
                <a:latin typeface="Poppins"/>
                <a:cs typeface="Poppins"/>
              </a:rPr>
              <a:t>Response</a:t>
            </a:r>
            <a:r>
              <a:rPr lang="en-GB" sz="1400">
                <a:latin typeface="Poppins"/>
                <a:cs typeface="Poppins"/>
              </a:rPr>
              <a:t>: The Investment Committee’s overriding responsibility</a:t>
            </a:r>
            <a:endParaRPr lang="en-GB">
              <a:latin typeface="Poppins"/>
              <a:cs typeface="Poppins"/>
            </a:endParaRPr>
          </a:p>
          <a:p>
            <a:pPr marL="0" indent="0">
              <a:lnSpc>
                <a:spcPct val="100000"/>
              </a:lnSpc>
              <a:buNone/>
            </a:pPr>
            <a:r>
              <a:rPr lang="en-GB" sz="1400">
                <a:latin typeface="Poppins"/>
                <a:cs typeface="Poppins"/>
              </a:rPr>
              <a:t>is to act both within the law and in accordance with the OU’s</a:t>
            </a:r>
            <a:endParaRPr lang="en-GB">
              <a:latin typeface="Poppins"/>
              <a:cs typeface="Poppins"/>
            </a:endParaRPr>
          </a:p>
          <a:p>
            <a:pPr marL="0" indent="0">
              <a:lnSpc>
                <a:spcPct val="100000"/>
              </a:lnSpc>
              <a:buNone/>
            </a:pPr>
            <a:r>
              <a:rPr lang="en-GB" sz="1400">
                <a:latin typeface="Poppins"/>
                <a:cs typeface="Poppins"/>
              </a:rPr>
              <a:t>objectives as a higher education provider.  </a:t>
            </a:r>
            <a:endParaRPr lang="en-GB">
              <a:latin typeface="Poppins"/>
              <a:cs typeface="Poppins"/>
            </a:endParaRPr>
          </a:p>
          <a:p>
            <a:pPr marL="0" indent="0">
              <a:lnSpc>
                <a:spcPct val="100000"/>
              </a:lnSpc>
              <a:buNone/>
            </a:pPr>
            <a:r>
              <a:rPr lang="en-GB" sz="1400">
                <a:latin typeface="Poppins"/>
                <a:cs typeface="Poppins"/>
              </a:rPr>
              <a:t>Regarding the issue of international law, governments need to</a:t>
            </a:r>
            <a:endParaRPr lang="en-GB">
              <a:latin typeface="Poppins"/>
              <a:cs typeface="Poppins"/>
            </a:endParaRPr>
          </a:p>
          <a:p>
            <a:pPr marL="0" indent="0">
              <a:lnSpc>
                <a:spcPct val="100000"/>
              </a:lnSpc>
              <a:buNone/>
            </a:pPr>
            <a:r>
              <a:rPr lang="en-GB" sz="1400">
                <a:latin typeface="Poppins"/>
                <a:cs typeface="Poppins"/>
              </a:rPr>
              <a:t>pass legislation, impose sanctions and take other measures for</a:t>
            </a:r>
            <a:endParaRPr lang="en-GB">
              <a:latin typeface="Poppins"/>
              <a:cs typeface="Poppins"/>
            </a:endParaRPr>
          </a:p>
          <a:p>
            <a:pPr marL="0" indent="0">
              <a:lnSpc>
                <a:spcPct val="100000"/>
              </a:lnSpc>
              <a:buNone/>
            </a:pPr>
            <a:r>
              <a:rPr lang="en-GB" sz="1400">
                <a:latin typeface="Poppins"/>
                <a:cs typeface="Poppins"/>
              </a:rPr>
              <a:t>any International Court of Justice ruling to have direct effect in</a:t>
            </a:r>
            <a:endParaRPr lang="en-GB">
              <a:latin typeface="Poppins"/>
              <a:cs typeface="Poppins"/>
            </a:endParaRPr>
          </a:p>
          <a:p>
            <a:pPr marL="0" indent="0">
              <a:lnSpc>
                <a:spcPct val="100000"/>
              </a:lnSpc>
              <a:buNone/>
            </a:pPr>
            <a:r>
              <a:rPr lang="en-GB" sz="1400">
                <a:latin typeface="Poppins"/>
                <a:cs typeface="Poppins"/>
              </a:rPr>
              <a:t>relation to organisations within states, such as higher education</a:t>
            </a:r>
            <a:endParaRPr lang="en-GB">
              <a:latin typeface="Poppins"/>
              <a:cs typeface="Poppins"/>
            </a:endParaRPr>
          </a:p>
          <a:p>
            <a:pPr marL="0" indent="0">
              <a:lnSpc>
                <a:spcPct val="100000"/>
              </a:lnSpc>
              <a:buNone/>
            </a:pPr>
            <a:r>
              <a:rPr lang="en-GB" sz="1400">
                <a:latin typeface="Poppins"/>
                <a:cs typeface="Poppins"/>
              </a:rPr>
              <a:t>providers.  </a:t>
            </a:r>
            <a:endParaRPr lang="en-GB">
              <a:latin typeface="Poppins"/>
              <a:cs typeface="Poppins"/>
            </a:endParaRPr>
          </a:p>
          <a:p>
            <a:pPr marL="0" indent="0">
              <a:lnSpc>
                <a:spcPct val="100000"/>
              </a:lnSpc>
              <a:buNone/>
            </a:pPr>
            <a:r>
              <a:rPr lang="en-GB" sz="1400">
                <a:latin typeface="Poppins"/>
                <a:cs typeface="Poppins"/>
              </a:rPr>
              <a:t>We work with companies that operate legally within the UK and are not subject to sanctions by the UK Government. </a:t>
            </a:r>
            <a:endParaRPr lang="en-GB">
              <a:latin typeface="Poppins"/>
              <a:cs typeface="Poppins"/>
            </a:endParaRPr>
          </a:p>
          <a:p>
            <a:pPr marL="285750" indent="-285750">
              <a:buNone/>
            </a:pPr>
            <a:endParaRPr lang="en-GB" sz="1400"/>
          </a:p>
          <a:p>
            <a:pPr marL="285750" indent="-285750">
              <a:buNone/>
            </a:pPr>
            <a:endParaRPr lang="en-GB" sz="1400"/>
          </a:p>
        </p:txBody>
      </p:sp>
    </p:spTree>
    <p:extLst>
      <p:ext uri="{BB962C8B-B14F-4D97-AF65-F5344CB8AC3E}">
        <p14:creationId xmlns:p14="http://schemas.microsoft.com/office/powerpoint/2010/main" val="4126246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CADEA61B-D608-6ECC-98C0-BC977897E5DC}"/>
              </a:ext>
            </a:extLst>
          </p:cNvPr>
          <p:cNvSpPr txBox="1">
            <a:spLocks noGrp="1"/>
          </p:cNvSpPr>
          <p:nvPr>
            <p:ph type="title" idx="4294967295"/>
          </p:nvPr>
        </p:nvSpPr>
        <p:spPr>
          <a:xfrm>
            <a:off x="3250799" y="183471"/>
            <a:ext cx="5687793" cy="18722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23" rtl="0" eaLnBrk="1" latinLnBrk="0" hangingPunct="1">
              <a:lnSpc>
                <a:spcPct val="90000"/>
              </a:lnSpc>
              <a:spcBef>
                <a:spcPts val="1001"/>
              </a:spcBef>
              <a:buFont typeface="Arial" panose="020B0604020202020204" pitchFamily="34" charset="0"/>
              <a:buNone/>
              <a:defRPr sz="5501" b="1" i="0" kern="1200">
                <a:ln>
                  <a:noFill/>
                </a:ln>
                <a:solidFill>
                  <a:schemeClr val="bg1"/>
                </a:solidFill>
                <a:latin typeface="Poppins SemiBold" pitchFamily="2" charset="77"/>
                <a:ea typeface="+mn-ea"/>
                <a:cs typeface="Poppins SemiBold" pitchFamily="2" charset="77"/>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marR="0" lvl="0" indent="0" algn="ctr" defTabSz="914423" rtl="0" eaLnBrk="1" fontAlgn="auto" latinLnBrk="0" hangingPunct="1">
              <a:lnSpc>
                <a:spcPct val="90000"/>
              </a:lnSpc>
              <a:spcBef>
                <a:spcPts val="1001"/>
              </a:spcBef>
              <a:spcAft>
                <a:spcPts val="0"/>
              </a:spcAft>
              <a:buClrTx/>
              <a:buSzTx/>
              <a:buFont typeface="Arial" panose="020B0604020202020204" pitchFamily="34" charset="0"/>
              <a:buNone/>
              <a:tabLst/>
              <a:defRPr/>
            </a:pPr>
            <a:r>
              <a:rPr kumimoji="0" lang="en-GB" sz="5501" b="1" i="0" u="none" strike="noStrike" kern="1200" cap="none" spc="0" normalizeH="0" baseline="0" noProof="0">
                <a:ln>
                  <a:noFill/>
                </a:ln>
                <a:solidFill>
                  <a:schemeClr val="bg1"/>
                </a:solidFill>
                <a:effectLst/>
                <a:uLnTx/>
                <a:uFillTx/>
                <a:latin typeface="Poppins SemiBold" pitchFamily="2" charset="77"/>
                <a:ea typeface="+mn-ea"/>
                <a:cs typeface="Poppins SemiBold" pitchFamily="2" charset="77"/>
              </a:rPr>
              <a:t>Thank you!</a:t>
            </a:r>
            <a:endParaRPr kumimoji="0" lang="en-US" sz="5501" b="1" i="0" u="none" strike="noStrike" kern="1200" cap="none" spc="0" normalizeH="0" baseline="0" noProof="0">
              <a:ln>
                <a:noFill/>
              </a:ln>
              <a:solidFill>
                <a:schemeClr val="bg1"/>
              </a:solidFill>
              <a:effectLst/>
              <a:uLnTx/>
              <a:uFillTx/>
              <a:latin typeface="Poppins SemiBold" pitchFamily="2" charset="77"/>
              <a:ea typeface="+mn-ea"/>
              <a:cs typeface="Poppins SemiBold" pitchFamily="2" charset="77"/>
            </a:endParaRPr>
          </a:p>
        </p:txBody>
      </p:sp>
      <p:sp>
        <p:nvSpPr>
          <p:cNvPr id="6" name="Text Placeholder 8">
            <a:extLst>
              <a:ext uri="{FF2B5EF4-FFF2-40B4-BE49-F238E27FC236}">
                <a16:creationId xmlns:a16="http://schemas.microsoft.com/office/drawing/2014/main" id="{8D2F7DFE-3F95-BABC-50D9-0CE914268408}"/>
              </a:ext>
            </a:extLst>
          </p:cNvPr>
          <p:cNvSpPr txBox="1">
            <a:spLocks/>
          </p:cNvSpPr>
          <p:nvPr/>
        </p:nvSpPr>
        <p:spPr>
          <a:xfrm>
            <a:off x="-2355" y="1114338"/>
            <a:ext cx="12194370" cy="2585973"/>
          </a:xfrm>
          <a:prstGeom prst="rect">
            <a:avLst/>
          </a:prstGeom>
        </p:spPr>
        <p:txBody>
          <a:bodyPr lIns="91440" tIns="45720" rIns="91440" bIns="45720" anchor="t">
            <a:noAutofit/>
          </a:bodyPr>
          <a:lstStyle>
            <a:lvl1pPr marL="0" indent="0" algn="l" defTabSz="914423" rtl="0" eaLnBrk="1" latinLnBrk="0" hangingPunct="1">
              <a:lnSpc>
                <a:spcPct val="110000"/>
              </a:lnSpc>
              <a:spcBef>
                <a:spcPts val="1001"/>
              </a:spcBef>
              <a:buFont typeface="Arial" panose="020B0604020202020204" pitchFamily="34" charset="0"/>
              <a:buNone/>
              <a:defRPr sz="3001" b="0" i="0" kern="1200">
                <a:ln>
                  <a:noFill/>
                </a:ln>
                <a:solidFill>
                  <a:schemeClr val="bg1"/>
                </a:solidFill>
                <a:latin typeface="Poppins" panose="00000500000000000000" pitchFamily="2" charset="0"/>
                <a:ea typeface="+mn-ea"/>
                <a:cs typeface="Poppins" panose="00000500000000000000" pitchFamily="2" charset="0"/>
              </a:defRPr>
            </a:lvl1pPr>
            <a:lvl2pPr marL="685817" indent="-228607" algn="l" defTabSz="914423" rtl="0" eaLnBrk="1" latinLnBrk="0" hangingPunct="1">
              <a:lnSpc>
                <a:spcPct val="90000"/>
              </a:lnSpc>
              <a:spcBef>
                <a:spcPts val="500"/>
              </a:spcBef>
              <a:buFont typeface="Arial" panose="020B0604020202020204" pitchFamily="34" charset="0"/>
              <a:buChar char="•"/>
              <a:defRPr sz="2400" kern="1200">
                <a:ln>
                  <a:noFill/>
                </a:ln>
                <a:solidFill>
                  <a:schemeClr val="bg1"/>
                </a:solidFill>
                <a:latin typeface="+mn-lt"/>
                <a:ea typeface="+mn-ea"/>
                <a:cs typeface="+mn-cs"/>
              </a:defRPr>
            </a:lvl2pPr>
            <a:lvl3pPr marL="1143029" indent="-228607" algn="l" defTabSz="914423" rtl="0" eaLnBrk="1" latinLnBrk="0" hangingPunct="1">
              <a:lnSpc>
                <a:spcPct val="90000"/>
              </a:lnSpc>
              <a:spcBef>
                <a:spcPts val="500"/>
              </a:spcBef>
              <a:buFont typeface="Arial" panose="020B0604020202020204" pitchFamily="34" charset="0"/>
              <a:buChar char="•"/>
              <a:defRPr sz="2000" kern="1200">
                <a:ln>
                  <a:noFill/>
                </a:ln>
                <a:solidFill>
                  <a:schemeClr val="bg1"/>
                </a:solidFill>
                <a:latin typeface="+mn-lt"/>
                <a:ea typeface="+mn-ea"/>
                <a:cs typeface="+mn-cs"/>
              </a:defRPr>
            </a:lvl3pPr>
            <a:lvl4pPr marL="1600241"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4pPr>
            <a:lvl5pPr marL="2057453" indent="-228607" algn="l" defTabSz="914423" rtl="0" eaLnBrk="1" latinLnBrk="0" hangingPunct="1">
              <a:lnSpc>
                <a:spcPct val="90000"/>
              </a:lnSpc>
              <a:spcBef>
                <a:spcPts val="500"/>
              </a:spcBef>
              <a:buFont typeface="Arial" panose="020B0604020202020204" pitchFamily="34" charset="0"/>
              <a:buChar char="•"/>
              <a:defRPr sz="1801" kern="1200">
                <a:ln>
                  <a:noFill/>
                </a:ln>
                <a:solidFill>
                  <a:schemeClr val="bg1"/>
                </a:solidFill>
                <a:latin typeface="+mn-lt"/>
                <a:ea typeface="+mn-ea"/>
                <a:cs typeface="+mn-cs"/>
              </a:defRPr>
            </a:lvl5pPr>
            <a:lvl6pPr marL="2514664"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algn="ctr"/>
            <a:r>
              <a:rPr lang="en-GB" sz="2400">
                <a:latin typeface="Poppins  "/>
                <a:cs typeface="Poppins"/>
              </a:rPr>
              <a:t>We will update you again on what we've done your feedback later in the year.</a:t>
            </a:r>
            <a:endParaRPr lang="en-US" sz="2400"/>
          </a:p>
          <a:p>
            <a:pPr algn="ctr"/>
            <a:r>
              <a:rPr lang="en-GB" sz="2400">
                <a:latin typeface="Poppins  "/>
                <a:cs typeface="Poppins"/>
              </a:rPr>
              <a:t>Another big thank you from Kendal Wright to those who attended the </a:t>
            </a:r>
            <a:r>
              <a:rPr lang="en-GB" sz="2400" err="1">
                <a:latin typeface="Poppins  "/>
                <a:cs typeface="Poppins"/>
              </a:rPr>
              <a:t>Mumentum</a:t>
            </a:r>
            <a:r>
              <a:rPr lang="en-GB" sz="2400">
                <a:latin typeface="Poppins  "/>
                <a:cs typeface="Poppins"/>
              </a:rPr>
              <a:t> session. We hope you see the </a:t>
            </a:r>
            <a:r>
              <a:rPr lang="en-GB" sz="2400" err="1">
                <a:latin typeface="Poppins  "/>
                <a:cs typeface="Poppins"/>
              </a:rPr>
              <a:t>Mumentum</a:t>
            </a:r>
            <a:r>
              <a:rPr lang="en-GB" sz="2400">
                <a:latin typeface="Poppins  "/>
                <a:cs typeface="Poppins"/>
              </a:rPr>
              <a:t> campaign used within the OU and wider.</a:t>
            </a:r>
          </a:p>
          <a:p>
            <a:pPr algn="ctr"/>
            <a:r>
              <a:rPr lang="en-GB" sz="2400">
                <a:latin typeface="Poppins"/>
                <a:cs typeface="Poppins"/>
              </a:rPr>
              <a:t>Please visit the </a:t>
            </a:r>
            <a:r>
              <a:rPr lang="en-GB" sz="2400">
                <a:latin typeface="Poppins"/>
                <a:cs typeface="Poppins"/>
                <a:hlinkClick r:id="rId2"/>
              </a:rPr>
              <a:t>Student Voice website</a:t>
            </a:r>
            <a:r>
              <a:rPr lang="en-GB" sz="2400">
                <a:latin typeface="Poppins"/>
                <a:cs typeface="Poppins"/>
              </a:rPr>
              <a:t> for more information about Student Voice at the OU or </a:t>
            </a:r>
            <a:r>
              <a:rPr lang="en-GB" sz="2400">
                <a:latin typeface="Poppins"/>
                <a:cs typeface="Poppins"/>
                <a:hlinkClick r:id="rId3"/>
              </a:rPr>
              <a:t>sign up to our Mailing List.</a:t>
            </a:r>
            <a:endParaRPr lang="en-GB" sz="2400"/>
          </a:p>
        </p:txBody>
      </p:sp>
      <p:pic>
        <p:nvPicPr>
          <p:cNvPr id="3" name="Picture 2" descr="&#10;Says Shape Your OU - Student Voice Week 15-21 November, OU and Open SU logos.">
            <a:extLst>
              <a:ext uri="{FF2B5EF4-FFF2-40B4-BE49-F238E27FC236}">
                <a16:creationId xmlns:a16="http://schemas.microsoft.com/office/drawing/2014/main" id="{7A2A404D-A112-5080-7229-F97681275C85}"/>
              </a:ext>
            </a:extLst>
          </p:cNvPr>
          <p:cNvPicPr>
            <a:picLocks noChangeAspect="1"/>
          </p:cNvPicPr>
          <p:nvPr/>
        </p:nvPicPr>
        <p:blipFill>
          <a:blip r:embed="rId4"/>
          <a:srcRect l="22447" r="21592" b="-741"/>
          <a:stretch>
            <a:fillRect/>
          </a:stretch>
        </p:blipFill>
        <p:spPr>
          <a:xfrm>
            <a:off x="2683099" y="3928818"/>
            <a:ext cx="6822745" cy="2928501"/>
          </a:xfrm>
          <a:prstGeom prst="rect">
            <a:avLst/>
          </a:prstGeom>
        </p:spPr>
      </p:pic>
    </p:spTree>
    <p:extLst>
      <p:ext uri="{BB962C8B-B14F-4D97-AF65-F5344CB8AC3E}">
        <p14:creationId xmlns:p14="http://schemas.microsoft.com/office/powerpoint/2010/main" val="3358315065"/>
      </p:ext>
    </p:extLst>
  </p:cSld>
  <p:clrMapOvr>
    <a:masterClrMapping/>
  </p:clrMapOvr>
</p:sld>
</file>

<file path=ppt/theme/theme1.xml><?xml version="1.0" encoding="utf-8"?>
<a:theme xmlns:a="http://schemas.openxmlformats.org/drawingml/2006/main" name="Covers">
  <a:themeElements>
    <a:clrScheme name="Open University ">
      <a:dk1>
        <a:srgbClr val="060645"/>
      </a:dk1>
      <a:lt1>
        <a:srgbClr val="FFFFFF"/>
      </a:lt1>
      <a:dk2>
        <a:srgbClr val="060645"/>
      </a:dk2>
      <a:lt2>
        <a:srgbClr val="FEFFFF"/>
      </a:lt2>
      <a:accent1>
        <a:srgbClr val="1C46C0"/>
      </a:accent1>
      <a:accent2>
        <a:srgbClr val="66EEFA"/>
      </a:accent2>
      <a:accent3>
        <a:srgbClr val="7DFFD3"/>
      </a:accent3>
      <a:accent4>
        <a:srgbClr val="FF8A77"/>
      </a:accent4>
      <a:accent5>
        <a:srgbClr val="FFB3FF"/>
      </a:accent5>
      <a:accent6>
        <a:srgbClr val="FFF388"/>
      </a:accent6>
      <a:hlink>
        <a:srgbClr val="FF8A77"/>
      </a:hlink>
      <a:folHlink>
        <a:srgbClr val="7DFFD3"/>
      </a:folHlink>
    </a:clrScheme>
    <a:fontScheme name="Custom 7">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U_Powerpoint Template_England_Accessable.potx" id="{2A2DC71C-83A7-4503-A10A-9A2277307DA4}" vid="{94E85A0E-8E0A-45F9-81BA-B6ED124559CC}"/>
    </a:ext>
  </a:extLst>
</a:theme>
</file>

<file path=ppt/theme/theme2.xml><?xml version="1.0" encoding="utf-8"?>
<a:theme xmlns:a="http://schemas.openxmlformats.org/drawingml/2006/main" name="Contents Slides">
  <a:themeElements>
    <a:clrScheme name="Open University ">
      <a:dk1>
        <a:srgbClr val="060645"/>
      </a:dk1>
      <a:lt1>
        <a:srgbClr val="FFFFFF"/>
      </a:lt1>
      <a:dk2>
        <a:srgbClr val="060645"/>
      </a:dk2>
      <a:lt2>
        <a:srgbClr val="FEFFFF"/>
      </a:lt2>
      <a:accent1>
        <a:srgbClr val="1C46C0"/>
      </a:accent1>
      <a:accent2>
        <a:srgbClr val="66EEFA"/>
      </a:accent2>
      <a:accent3>
        <a:srgbClr val="7DFFD3"/>
      </a:accent3>
      <a:accent4>
        <a:srgbClr val="FF8A77"/>
      </a:accent4>
      <a:accent5>
        <a:srgbClr val="FFB3FF"/>
      </a:accent5>
      <a:accent6>
        <a:srgbClr val="FFF388"/>
      </a:accent6>
      <a:hlink>
        <a:srgbClr val="FF8A77"/>
      </a:hlink>
      <a:folHlink>
        <a:srgbClr val="7DFF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U_Powerpoint Template_England_Accessable.potx" id="{2A2DC71C-83A7-4503-A10A-9A2277307DA4}" vid="{4BB12A69-2195-4393-8DC0-EB9EE8397D91}"/>
    </a:ext>
  </a:extLst>
</a:theme>
</file>

<file path=ppt/theme/theme3.xml><?xml version="1.0" encoding="utf-8"?>
<a:theme xmlns:a="http://schemas.openxmlformats.org/drawingml/2006/main" name="Chapter Headings / Dividers">
  <a:themeElements>
    <a:clrScheme name="Open University ">
      <a:dk1>
        <a:srgbClr val="060645"/>
      </a:dk1>
      <a:lt1>
        <a:srgbClr val="FFFFFF"/>
      </a:lt1>
      <a:dk2>
        <a:srgbClr val="060645"/>
      </a:dk2>
      <a:lt2>
        <a:srgbClr val="FEFFFF"/>
      </a:lt2>
      <a:accent1>
        <a:srgbClr val="1C46C0"/>
      </a:accent1>
      <a:accent2>
        <a:srgbClr val="66EEFA"/>
      </a:accent2>
      <a:accent3>
        <a:srgbClr val="7DFFD3"/>
      </a:accent3>
      <a:accent4>
        <a:srgbClr val="FF8A77"/>
      </a:accent4>
      <a:accent5>
        <a:srgbClr val="FFB3FF"/>
      </a:accent5>
      <a:accent6>
        <a:srgbClr val="FFF388"/>
      </a:accent6>
      <a:hlink>
        <a:srgbClr val="FF8A77"/>
      </a:hlink>
      <a:folHlink>
        <a:srgbClr val="7DFF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U_Powerpoint Template_England_Accessable.potx" id="{2A2DC71C-83A7-4503-A10A-9A2277307DA4}" vid="{E6697964-0098-45A5-A68F-45809E852513}"/>
    </a:ext>
  </a:extLst>
</a:theme>
</file>

<file path=ppt/theme/theme4.xml><?xml version="1.0" encoding="utf-8"?>
<a:theme xmlns:a="http://schemas.openxmlformats.org/drawingml/2006/main" name="Slide Options">
  <a:themeElements>
    <a:clrScheme name="Custom 1">
      <a:dk1>
        <a:srgbClr val="060645"/>
      </a:dk1>
      <a:lt1>
        <a:srgbClr val="FFFFFF"/>
      </a:lt1>
      <a:dk2>
        <a:srgbClr val="060645"/>
      </a:dk2>
      <a:lt2>
        <a:srgbClr val="FEFFFF"/>
      </a:lt2>
      <a:accent1>
        <a:srgbClr val="1C46C0"/>
      </a:accent1>
      <a:accent2>
        <a:srgbClr val="66EEFA"/>
      </a:accent2>
      <a:accent3>
        <a:srgbClr val="FF8A77"/>
      </a:accent3>
      <a:accent4>
        <a:srgbClr val="7DFFD3"/>
      </a:accent4>
      <a:accent5>
        <a:srgbClr val="FFB3FF"/>
      </a:accent5>
      <a:accent6>
        <a:srgbClr val="FFF388"/>
      </a:accent6>
      <a:hlink>
        <a:srgbClr val="1C46C0"/>
      </a:hlink>
      <a:folHlink>
        <a:srgbClr val="FF8A77"/>
      </a:folHlink>
    </a:clrScheme>
    <a:fontScheme name="Custom 2">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U_Powerpoint Template_England_Accessable.potx" id="{2A2DC71C-83A7-4503-A10A-9A2277307DA4}" vid="{BF0D45D2-C1FF-4D88-9D45-1B3B67EB2D7C}"/>
    </a:ext>
  </a:extLst>
</a:theme>
</file>

<file path=ppt/theme/theme5.xml><?xml version="1.0" encoding="utf-8"?>
<a:theme xmlns:a="http://schemas.openxmlformats.org/drawingml/2006/main" name="End Slides">
  <a:themeElements>
    <a:clrScheme name="Open University ">
      <a:dk1>
        <a:srgbClr val="060645"/>
      </a:dk1>
      <a:lt1>
        <a:srgbClr val="FFFFFF"/>
      </a:lt1>
      <a:dk2>
        <a:srgbClr val="060645"/>
      </a:dk2>
      <a:lt2>
        <a:srgbClr val="FEFFFF"/>
      </a:lt2>
      <a:accent1>
        <a:srgbClr val="1C46C0"/>
      </a:accent1>
      <a:accent2>
        <a:srgbClr val="66EEFA"/>
      </a:accent2>
      <a:accent3>
        <a:srgbClr val="7DFFD3"/>
      </a:accent3>
      <a:accent4>
        <a:srgbClr val="FF8A77"/>
      </a:accent4>
      <a:accent5>
        <a:srgbClr val="FFB3FF"/>
      </a:accent5>
      <a:accent6>
        <a:srgbClr val="FFF388"/>
      </a:accent6>
      <a:hlink>
        <a:srgbClr val="FF8A77"/>
      </a:hlink>
      <a:folHlink>
        <a:srgbClr val="7DFFD3"/>
      </a:folHlink>
    </a:clrScheme>
    <a:fontScheme name="OU Poppins">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U_Powerpoint Template_England_Accessable.potx" id="{2A2DC71C-83A7-4503-A10A-9A2277307DA4}" vid="{CB3D32D0-10AB-4988-B46F-32A3F4ABFA9B}"/>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8E3FCDD06857040A8C377DFEAC0C09A" ma:contentTypeVersion="18" ma:contentTypeDescription="Create a new document." ma:contentTypeScope="" ma:versionID="422e699f0fe585b02aeecfb569ba595f">
  <xsd:schema xmlns:xsd="http://www.w3.org/2001/XMLSchema" xmlns:xs="http://www.w3.org/2001/XMLSchema" xmlns:p="http://schemas.microsoft.com/office/2006/metadata/properties" xmlns:ns1="http://schemas.microsoft.com/sharepoint/v3" xmlns:ns2="cad05f3e-62e8-4d09-8270-f0dc2f8ceabc" xmlns:ns4="a8c0a721-8212-4356-8bde-15854824eb43" xmlns:ns5="7949bb46-c36b-4639-8a5f-cf796fc1e5fa" xmlns:ns6="e4476828-269d-41e7-8c7f-463a607b843c" targetNamespace="http://schemas.microsoft.com/office/2006/metadata/properties" ma:root="true" ma:fieldsID="19e1f9e46bcad214e54d1037a7d720c7" ns1:_="" ns2:_="" ns4:_="" ns5:_="" ns6:_="">
    <xsd:import namespace="http://schemas.microsoft.com/sharepoint/v3"/>
    <xsd:import namespace="cad05f3e-62e8-4d09-8270-f0dc2f8ceabc"/>
    <xsd:import namespace="a8c0a721-8212-4356-8bde-15854824eb43"/>
    <xsd:import namespace="7949bb46-c36b-4639-8a5f-cf796fc1e5fa"/>
    <xsd:import namespace="e4476828-269d-41e7-8c7f-463a607b843c"/>
    <xsd:element name="properties">
      <xsd:complexType>
        <xsd:sequence>
          <xsd:element name="documentManagement">
            <xsd:complexType>
              <xsd:all>
                <xsd:element ref="ns2:_dlc_DocId" minOccurs="0"/>
                <xsd:element ref="ns2:_dlc_DocIdUrl" minOccurs="0"/>
                <xsd:element ref="ns2:_dlc_DocIdPersistId" minOccurs="0"/>
                <xsd:element ref="ns1:RoutingRuleDescription" minOccurs="0"/>
                <xsd:element ref="ns4:MediaServiceMetadata" minOccurs="0"/>
                <xsd:element ref="ns4:MediaServiceFastMetadata" minOccurs="0"/>
                <xsd:element ref="ns5:SharedWithUsers" minOccurs="0"/>
                <xsd:element ref="ns5:SharedWithDetails" minOccurs="0"/>
                <xsd:element ref="ns4:MediaServiceAutoKeyPoints" minOccurs="0"/>
                <xsd:element ref="ns4:MediaServiceKeyPoints"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_Flow_SignoffStatus" minOccurs="0"/>
                <xsd:element ref="ns4:lcf76f155ced4ddcb4097134ff3c332f" minOccurs="0"/>
                <xsd:element ref="ns6:TaxCatchAll" minOccurs="0"/>
                <xsd:element ref="ns4:MediaLengthInSeconds"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1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ad05f3e-62e8-4d09-8270-f0dc2f8ceab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a8c0a721-8212-4356-8bde-15854824eb43"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AutoTags" ma:index="20" nillable="true" ma:displayName="Tags" ma:internalName="MediaServiceAutoTags"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_Flow_SignoffStatus" ma:index="24" nillable="true" ma:displayName="Sign-off status" ma:internalName="Sign_x002d_off_x0020_status">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bfb35f09-1364-44fa-bda6-079b81d03a24" ma:termSetId="09814cd3-568e-fe90-9814-8d621ff8fb84" ma:anchorId="fba54fb3-c3e1-fe81-a776-ca4b69148c4d" ma:open="true" ma:isKeyword="false">
      <xsd:complexType>
        <xsd:sequence>
          <xsd:element ref="pc:Terms" minOccurs="0" maxOccurs="1"/>
        </xsd:sequence>
      </xsd:complexType>
    </xsd:element>
    <xsd:element name="MediaLengthInSeconds" ma:index="28" nillable="true" ma:displayName="MediaLengthInSeconds" ma:hidden="true" ma:internalName="MediaLengthInSeconds" ma:readOnly="true">
      <xsd:simpleType>
        <xsd:restriction base="dms:Unknown"/>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949bb46-c36b-4639-8a5f-cf796fc1e5fa"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476828-269d-41e7-8c7f-463a607b843c"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347eddb7-98ab-446b-bf03-310241ef35a1}" ma:internalName="TaxCatchAll" ma:showField="CatchAllData" ma:web="cad05f3e-62e8-4d09-8270-f0dc2f8cea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ma:index="11"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4476828-269d-41e7-8c7f-463a607b843c" xsi:nil="true"/>
    <_dlc_DocId xmlns="cad05f3e-62e8-4d09-8270-f0dc2f8ceabc">UNIT-32078186-9035</_dlc_DocId>
    <_dlc_DocIdUrl xmlns="cad05f3e-62e8-4d09-8270-f0dc2f8ceabc">
      <Url>https://openuniv.sharepoint.com/sites/units/pvc-students/student-voice/_layouts/15/DocIdRedir.aspx?ID=UNIT-32078186-9035</Url>
      <Description>UNIT-32078186-9035</Description>
    </_dlc_DocIdUrl>
    <lcf76f155ced4ddcb4097134ff3c332f xmlns="a8c0a721-8212-4356-8bde-15854824eb43">
      <Terms xmlns="http://schemas.microsoft.com/office/infopath/2007/PartnerControls"/>
    </lcf76f155ced4ddcb4097134ff3c332f>
    <RoutingRuleDescription xmlns="http://schemas.microsoft.com/sharepoint/v3" xsi:nil="true"/>
    <_Flow_SignoffStatus xmlns="a8c0a721-8212-4356-8bde-15854824eb43" xsi:nil="true"/>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A66CD3E3-2AD4-4BFA-B062-CD9F3FC37753}">
  <ds:schemaRefs>
    <ds:schemaRef ds:uri="http://schemas.microsoft.com/sharepoint/v3/contenttype/forms"/>
  </ds:schemaRefs>
</ds:datastoreItem>
</file>

<file path=customXml/itemProps2.xml><?xml version="1.0" encoding="utf-8"?>
<ds:datastoreItem xmlns:ds="http://schemas.openxmlformats.org/officeDocument/2006/customXml" ds:itemID="{680AD785-19A7-42E4-8F73-40C09DA48851}">
  <ds:schemaRefs>
    <ds:schemaRef ds:uri="7949bb46-c36b-4639-8a5f-cf796fc1e5fa"/>
    <ds:schemaRef ds:uri="a8c0a721-8212-4356-8bde-15854824eb43"/>
    <ds:schemaRef ds:uri="cad05f3e-62e8-4d09-8270-f0dc2f8ceabc"/>
    <ds:schemaRef ds:uri="e4476828-269d-41e7-8c7f-463a607b843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D1F123D-72E4-47AA-AF87-050EE8541186}">
  <ds:schemaRefs>
    <ds:schemaRef ds:uri="7949bb46-c36b-4639-8a5f-cf796fc1e5fa"/>
    <ds:schemaRef ds:uri="a8c0a721-8212-4356-8bde-15854824eb43"/>
    <ds:schemaRef ds:uri="cad05f3e-62e8-4d09-8270-f0dc2f8ceabc"/>
    <ds:schemaRef ds:uri="e4476828-269d-41e7-8c7f-463a607b843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A26FB815-459E-4116-8668-19DDC16F300B}">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33</Slides>
  <Notes>0</Notes>
  <HiddenSlides>0</HiddenSlides>
  <ScaleCrop>false</ScaleCrop>
  <HeadingPairs>
    <vt:vector size="4" baseType="variant">
      <vt:variant>
        <vt:lpstr>Theme</vt:lpstr>
      </vt:variant>
      <vt:variant>
        <vt:i4>5</vt:i4>
      </vt:variant>
      <vt:variant>
        <vt:lpstr>Slide Titles</vt:lpstr>
      </vt:variant>
      <vt:variant>
        <vt:i4>33</vt:i4>
      </vt:variant>
    </vt:vector>
  </HeadingPairs>
  <TitlesOfParts>
    <vt:vector size="38" baseType="lpstr">
      <vt:lpstr>Covers</vt:lpstr>
      <vt:lpstr>Contents Slides</vt:lpstr>
      <vt:lpstr>Chapter Headings / Dividers</vt:lpstr>
      <vt:lpstr>Slide Options</vt:lpstr>
      <vt:lpstr>End Slides</vt:lpstr>
      <vt:lpstr>Student Voice Week 2025 Response</vt:lpstr>
      <vt:lpstr>Background Student Voice Week was held in November 2025 and was facilitated by OU staff, Open SU staff and Student Representatives.  There was 25 sessions over 7 days run. There was also a social space on Open SU’s OU Connect. We had over 2,058 sign-ups across all sessions and over 18,000 views across all our session sign-up pages! Turnout varied for the sessions, with the highest at 82.2%. Sessions included: Learning and assessment Wellbeing AI Sustainability Employability Student carers </vt:lpstr>
      <vt:lpstr>Welcome to Student Voice/ University Strategy</vt:lpstr>
      <vt:lpstr>OU Life and Real Life: A Welcome for Student Carers </vt:lpstr>
      <vt:lpstr>What do you want to learn about gen AI for career success?</vt:lpstr>
      <vt:lpstr>Supporting mental health and wellbeing through arts-based reflective activities</vt:lpstr>
      <vt:lpstr>Studying sustainability: The impact of AI and tech on our planet</vt:lpstr>
      <vt:lpstr>Enhancing your study experience through customising device settings</vt:lpstr>
      <vt:lpstr>Supporting your understanding of AI and GenAI</vt:lpstr>
      <vt:lpstr>How can we make your OU experience simpler, more personal and more human</vt:lpstr>
      <vt:lpstr>Transgender inclusion at the OU</vt:lpstr>
      <vt:lpstr>Learning and assessment at the OU</vt:lpstr>
      <vt:lpstr>The international student experience</vt:lpstr>
      <vt:lpstr>Have your say: The future of Higher Education funding in Northern Ireland</vt:lpstr>
      <vt:lpstr>OU in Scotland: Your voice, your community</vt:lpstr>
      <vt:lpstr>Student community and belonging</vt:lpstr>
      <vt:lpstr>Highlighting neurodivergent voices at the OU</vt:lpstr>
      <vt:lpstr>Masters in Management </vt:lpstr>
      <vt:lpstr>Your learning, your voice: Creating an Understanding Me as a Learner (UMaaL) reflection document</vt:lpstr>
      <vt:lpstr>Y Gymraeg yn y Brifysgol Agored</vt:lpstr>
      <vt:lpstr>I belong in FASS</vt:lpstr>
      <vt:lpstr>Curriculum development &amp; student voice</vt:lpstr>
      <vt:lpstr>Learning by doing</vt:lpstr>
      <vt:lpstr>Ask the Deans</vt:lpstr>
      <vt:lpstr>Ask the Deans: Questions about OU's External Partners - Faculty of Arts and Social Sciences Response </vt:lpstr>
      <vt:lpstr>Ask the Deans: Questions about OU's External Partners - Faculty of Arts and Social Sciences Response (continued) </vt:lpstr>
      <vt:lpstr>Ask the Deans: Questions about OU's External Partners - Faculty of Wellbeing, Education and Language Studies </vt:lpstr>
      <vt:lpstr>Ask the Deans: Questions about OU's External Partners - Faculty of Science, Technology, Engineering and Mathematics - 1</vt:lpstr>
      <vt:lpstr>Ask the Deans: Questions about OU's External Partners - Faculty of Science, Technology, Engineering and Mathematics - 2</vt:lpstr>
      <vt:lpstr>Ask the Deans: Questions about OU's External Partners - Faculty of Science, Technology, Engineering and Mathematics - 3</vt:lpstr>
      <vt:lpstr>Ask the Deans: Questions about OU's External Partners - Faculty of Science, Technology, Engineering and Mathematics - 4</vt:lpstr>
      <vt:lpstr>Ask the Deans: Questions about OU's External Partners - Faculty of Science, Technology, Engineering and Mathematics -  5</vt:lpstr>
      <vt:lpstr>Thank you!</vt:lpstr>
    </vt:vector>
  </TitlesOfParts>
  <Manager/>
  <Company>The Open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 Master PowerPoint Template</dc:title>
  <dc:subject>OU Master PowerPoint Template with accessibility guidance and best practice tips</dc:subject>
  <dc:creator>brand-enquiries@open.ac.uk</dc:creator>
  <cp:keywords>OU Master PowerPoint Template</cp:keywords>
  <dc:description/>
  <cp:revision>2</cp:revision>
  <dcterms:created xsi:type="dcterms:W3CDTF">2022-10-21T14:33:01Z</dcterms:created>
  <dcterms:modified xsi:type="dcterms:W3CDTF">2026-01-30T10:51:11Z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0x01010088E3FCDD06857040A8C377DFEAC0C09A</vt:lpwstr>
  </property>
  <property fmtid="{D5CDD505-2E9C-101B-9397-08002B2CF9AE}" pid="3" name="MediaServiceImageTags">
    <vt:lpwstr/>
  </property>
  <property fmtid="{D5CDD505-2E9C-101B-9397-08002B2CF9AE}" pid="4" name="_dlc_DocIdItemGuid">
    <vt:lpwstr>962421c4-41b6-410e-82b8-7233ff867956</vt:lpwstr>
  </property>
  <property fmtid="{D5CDD505-2E9C-101B-9397-08002B2CF9AE}" pid="5" name="TaxKeyword">
    <vt:lpwstr>31010;#OU Master PowerPoint Template|e5054ec4-46d6-4301-a570-d8f11b0d3c08</vt:lpwstr>
  </property>
  <property fmtid="{D5CDD505-2E9C-101B-9397-08002B2CF9AE}" pid="6" name="OULanguage">
    <vt:lpwstr>3;#English|e0d36b11-db4e-4123-8f10-8157dedade86</vt:lpwstr>
  </property>
</Properties>
</file>